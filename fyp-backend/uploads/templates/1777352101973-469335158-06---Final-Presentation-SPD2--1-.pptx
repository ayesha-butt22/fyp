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0" r:id="rId17"/>
    <p:sldId id="271" r:id="rId18"/>
    <p:sldId id="272" r:id="rId19"/>
    <p:sldId id="273" r:id="rId20"/>
    <p:sldId id="277" r:id="rId21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2AY3DNheaNSztFqwRHhpggp8V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8806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Senior Design Project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Complete Project Title – Can Occupy 2-3 Lines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dirty="0"/>
              <a:t>Supervised By: Full Name (Designation)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b="1" dirty="0"/>
              <a:t>SDGs: &lt;</a:t>
            </a:r>
            <a:r>
              <a:rPr lang="en-US" sz="1400" b="1"/>
              <a:t>Goal Number- </a:t>
            </a:r>
            <a:r>
              <a:rPr lang="en-US" sz="1400" b="1" dirty="0"/>
              <a:t>Goal Name&gt;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Team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Full Name (CMS#)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Full Name (CMS#)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Full Name (CMS#)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Background and Introduction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Literature Review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Problem Statement</a:t>
            </a:r>
            <a:endParaRPr lang="en-US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Project Scope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Proposed Solution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Requirements Summary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Design Summary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Implementation Summary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Testing &amp; Evaluation Summary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Conclusion and Outlook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 AND INTRODUCTION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 and Introduction</a:t>
            </a:r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ENDEAVOUR</a:t>
            </a:r>
            <a:endParaRPr dirty="0"/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Endeavour</a:t>
            </a:r>
            <a:endParaRPr dirty="0"/>
          </a:p>
        </p:txBody>
      </p:sp>
      <p:sp>
        <p:nvSpPr>
          <p:cNvPr id="146" name="Google Shape;146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Describe roles of your team members</a:t>
            </a: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Describe your software development process</a:t>
            </a: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Describe your way of working as a team</a:t>
            </a: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152" name="Google Shape;152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Summary</a:t>
            </a:r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6629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Summary</a:t>
            </a:r>
            <a:endParaRPr/>
          </a:p>
        </p:txBody>
      </p:sp>
      <p:sp>
        <p:nvSpPr>
          <p:cNvPr id="164" name="Google Shape;164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Summary</a:t>
            </a: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&amp; Evaluation Summary</a:t>
            </a:r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AND OUTLOOK</a:t>
            </a:r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&amp; Outlook</a:t>
            </a:r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340271" y="916520"/>
            <a:ext cx="6613211" cy="136207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ur-PK" sz="9600" kern="0" dirty="0">
                <a:solidFill>
                  <a:schemeClr val="bg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جزاک اللہ</a:t>
            </a:r>
            <a:endParaRPr lang="en-US" sz="9600" kern="0" dirty="0">
              <a:solidFill>
                <a:schemeClr val="bg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0" y="3984415"/>
            <a:ext cx="27788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r-PK" sz="9600" b="1" dirty="0">
                <a:solidFill>
                  <a:schemeClr val="bg2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شکراً</a:t>
            </a:r>
            <a:endParaRPr lang="en-US" sz="9600" b="1" dirty="0">
              <a:solidFill>
                <a:schemeClr val="bg2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9235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129</Words>
  <Application>Microsoft Office PowerPoint</Application>
  <PresentationFormat>On-screen Show (4:3)</PresentationFormat>
  <Paragraphs>40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Jameel Noori Nastaleeq</vt:lpstr>
      <vt:lpstr>Office Theme</vt:lpstr>
      <vt:lpstr>Senior Design Project</vt:lpstr>
      <vt:lpstr>Project Team</vt:lpstr>
      <vt:lpstr>Table of Content</vt:lpstr>
      <vt:lpstr>BACKGROUND AND INTRODUCTION</vt:lpstr>
      <vt:lpstr>Background and Introduction</vt:lpstr>
      <vt:lpstr>Literature Review</vt:lpstr>
      <vt:lpstr>Literature Review</vt:lpstr>
      <vt:lpstr>PROBLEM STATEMENT</vt:lpstr>
      <vt:lpstr>Problem Statement</vt:lpstr>
      <vt:lpstr>ENDEAVOUR</vt:lpstr>
      <vt:lpstr>Endeavour</vt:lpstr>
      <vt:lpstr>PROPOSED SOLUTION</vt:lpstr>
      <vt:lpstr>Proposed Solution</vt:lpstr>
      <vt:lpstr>Requirements Summary</vt:lpstr>
      <vt:lpstr>Design Summary</vt:lpstr>
      <vt:lpstr>Implementation Summary</vt:lpstr>
      <vt:lpstr>Testing &amp; Evaluation Summary</vt:lpstr>
      <vt:lpstr>CONCLUSION AND OUTLOOK</vt:lpstr>
      <vt:lpstr>Conclusion &amp; Outlook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</dc:title>
  <dc:creator>Khan</dc:creator>
  <cp:lastModifiedBy>Tazzaina Malik</cp:lastModifiedBy>
  <cp:revision>5</cp:revision>
  <dcterms:created xsi:type="dcterms:W3CDTF">2013-01-22T07:04:44Z</dcterms:created>
  <dcterms:modified xsi:type="dcterms:W3CDTF">2025-02-05T09:33:57Z</dcterms:modified>
</cp:coreProperties>
</file>