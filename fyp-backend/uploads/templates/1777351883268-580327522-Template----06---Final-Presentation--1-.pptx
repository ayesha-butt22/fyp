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5EA8C-31D8-4AE2-B882-84C84F479477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F5670-D3F4-45C7-B985-727ECBBC4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CD17A-954D-467D-91A5-E7BCAA89A8C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E33BD-E18E-4BE1-9714-EE4282389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8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7D8F27-B1E0-4579-A0D4-F4DE761D87B0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4A030-EF6A-4762-B30C-DE8655F57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9A495-73A6-4F65-8AAC-5D89FFE343E7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7087B-68C8-47F2-B5D0-EF32CB23F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90D62-48B1-4815-B83E-6D1A5DC794A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7330-42CC-42AC-87F9-5A3675C691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7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9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B2D8-3E52-4F62-9DC4-54C38533946B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B0D651-56A8-4CE0-9D94-65BDDFDEB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5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30D5C-5BFF-46B6-BA99-36AC4468BF79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F8457-8BC5-42F4-9665-36B7DF8528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4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9CFCE-761F-40B2-848A-CB9D594FBAFC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0734B-61FB-498A-8F45-B91ADB2749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7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876BE-1A06-47CE-A4A2-6C5C1D1C326F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F1DD-6A4D-4A6A-9723-33B3A792EB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2D721-3603-4DC2-ACAB-C8C719AFE1B1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63DAF-319D-456B-AC92-51897CFD44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84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0E64A2-E0A4-4DC6-9829-7CF64BBF5B65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6E01495-F694-4C46-966A-5FC739EB7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&lt;Goal Number: 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r>
              <a:rPr lang="en-US"/>
              <a:t>Full Name (CMS#)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Introduction / Background</a:t>
            </a:r>
          </a:p>
          <a:p>
            <a:pPr eaLnBrk="1" hangingPunct="1"/>
            <a:r>
              <a:rPr lang="en-US" sz="2800"/>
              <a:t>Existing Systems</a:t>
            </a:r>
          </a:p>
          <a:p>
            <a:pPr eaLnBrk="1" hangingPunct="1"/>
            <a:r>
              <a:rPr lang="en-US" sz="2800"/>
              <a:t>Problem Statement</a:t>
            </a:r>
          </a:p>
          <a:p>
            <a:pPr eaLnBrk="1" hangingPunct="1"/>
            <a:r>
              <a:rPr lang="en-US" sz="2800"/>
              <a:t>System</a:t>
            </a:r>
          </a:p>
          <a:p>
            <a:pPr lvl="1" eaLnBrk="1" hangingPunct="1"/>
            <a:r>
              <a:rPr lang="en-US" sz="2400"/>
              <a:t>Requirements Summary</a:t>
            </a:r>
          </a:p>
          <a:p>
            <a:pPr lvl="1" eaLnBrk="1" hangingPunct="1"/>
            <a:r>
              <a:rPr lang="en-US" sz="2400"/>
              <a:t>Design Summary</a:t>
            </a:r>
          </a:p>
          <a:p>
            <a:pPr lvl="1" eaLnBrk="1" hangingPunct="1"/>
            <a:r>
              <a:rPr lang="en-US" sz="2400"/>
              <a:t>Implementation Summary</a:t>
            </a:r>
          </a:p>
          <a:p>
            <a:pPr lvl="1" eaLnBrk="1" hangingPunct="1"/>
            <a:r>
              <a:rPr lang="en-US" sz="2400"/>
              <a:t>Testing &amp; Evaluation Summary</a:t>
            </a:r>
          </a:p>
          <a:p>
            <a:pPr eaLnBrk="1" hangingPunct="1"/>
            <a:r>
              <a:rPr lang="en-US" sz="2800"/>
              <a:t>Conclusion and Outlook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Introduction / Background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Solution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Conclusion and Outlook</a:t>
            </a:r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tx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tx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83</Words>
  <Application>Microsoft Office PowerPoint</Application>
  <PresentationFormat>On-screen Show (4:3)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Introduction / Background</vt:lpstr>
      <vt:lpstr>PowerPoint Presentation</vt:lpstr>
      <vt:lpstr>Existing Systems</vt:lpstr>
      <vt:lpstr>PowerPoint Presentation</vt:lpstr>
      <vt:lpstr>Problem Statement</vt:lpstr>
      <vt:lpstr>PowerPoint Presentation</vt:lpstr>
      <vt:lpstr>Solution</vt:lpstr>
      <vt:lpstr>PowerPoint Presentation</vt:lpstr>
      <vt:lpstr>Conclusion and Outlook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Tazzaina Malik</cp:lastModifiedBy>
  <cp:revision>8</cp:revision>
  <dcterms:created xsi:type="dcterms:W3CDTF">2013-01-22T07:04:44Z</dcterms:created>
  <dcterms:modified xsi:type="dcterms:W3CDTF">2025-02-05T09:33:04Z</dcterms:modified>
</cp:coreProperties>
</file>