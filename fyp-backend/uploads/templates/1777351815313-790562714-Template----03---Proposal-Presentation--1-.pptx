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69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&lt;</a:t>
            </a:r>
            <a:r>
              <a:rPr lang="en-US" sz="1400" b="1"/>
              <a:t>Goal Number- </a:t>
            </a:r>
            <a:r>
              <a:rPr lang="en-US" sz="1400" b="1" dirty="0"/>
              <a:t>Goal Name&gt;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  <a:p>
            <a:pPr eaLnBrk="1" hangingPunct="1"/>
            <a:r>
              <a:rPr lang="en-US" dirty="0"/>
              <a:t>Existing Systems</a:t>
            </a:r>
          </a:p>
          <a:p>
            <a:pPr eaLnBrk="1" hangingPunct="1"/>
            <a:r>
              <a:rPr lang="en-US" dirty="0"/>
              <a:t>Problem Statement</a:t>
            </a:r>
          </a:p>
          <a:p>
            <a:pPr eaLnBrk="1" hangingPunct="1"/>
            <a:r>
              <a:rPr lang="en-US" dirty="0"/>
              <a:t>Proposed Solution</a:t>
            </a:r>
          </a:p>
          <a:p>
            <a:pPr eaLnBrk="1" hangingPunct="1"/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tx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tx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72</Words>
  <Application>Microsoft Office PowerPoint</Application>
  <PresentationFormat>On-screen Show (4:3)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Jameel Noori Nastaleeq</vt:lpstr>
      <vt:lpstr>Office Theme</vt:lpstr>
      <vt:lpstr>Senior Design Project</vt:lpstr>
      <vt:lpstr>Project Team</vt:lpstr>
      <vt:lpstr>Table of Content</vt:lpstr>
      <vt:lpstr>Opportunity &amp; Stakeholders</vt:lpstr>
      <vt:lpstr>PowerPoint Presentation</vt:lpstr>
      <vt:lpstr>Existing Systems</vt:lpstr>
      <vt:lpstr>PowerPoint Presentation</vt:lpstr>
      <vt:lpstr>Problem Statement</vt:lpstr>
      <vt:lpstr>PowerPoint Presentation</vt:lpstr>
      <vt:lpstr>Proposed Solution</vt:lpstr>
      <vt:lpstr>PowerPoint Presentation</vt:lpstr>
      <vt:lpstr>Project Scope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Tazzaina Malik</cp:lastModifiedBy>
  <cp:revision>15</cp:revision>
  <dcterms:created xsi:type="dcterms:W3CDTF">2013-01-22T07:04:44Z</dcterms:created>
  <dcterms:modified xsi:type="dcterms:W3CDTF">2025-02-05T09:30:43Z</dcterms:modified>
</cp:coreProperties>
</file>