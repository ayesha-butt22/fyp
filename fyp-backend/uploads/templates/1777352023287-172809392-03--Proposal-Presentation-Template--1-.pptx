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gqso+muD7qxSKyk66oXGt+27n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49768-A570-41B7-95C0-54055C4A81EA}" type="datetimeFigureOut">
              <a:rPr lang="en-US"/>
              <a:pPr>
                <a:defRPr/>
              </a:pPr>
              <a:t>2/5/2025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CAFDE-0C38-456D-B802-21864C3F83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1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</a:t>
            </a:r>
            <a:r>
              <a:rPr lang="en-US" sz="1400" b="1"/>
              <a:t>Goal Number- </a:t>
            </a:r>
            <a:r>
              <a:rPr lang="en-US" sz="1400" b="1" dirty="0"/>
              <a:t>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Introduction and Background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Literature Review and Summary Table</a:t>
            </a:r>
            <a:endParaRPr dirty="0"/>
          </a:p>
          <a:p>
            <a:pPr marL="342900" lvl="0" indent="-2540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Gap Analysis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Problem Statement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Proposed Solution &amp; Methodology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Project Scope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Constraint and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dirty="0" err="1"/>
              <a:t>kkkk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9867fdc9_0_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Gap Analysis</a:t>
            </a:r>
            <a:endParaRPr/>
          </a:p>
        </p:txBody>
      </p:sp>
      <p:sp>
        <p:nvSpPr>
          <p:cNvPr id="128" name="Google Shape;128;g2039867fdc9_0_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39867fdc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2039867fdc9_0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PROPOSED SOLUTION AND METHODOLOGY</a:t>
            </a:r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SCOPE</a:t>
            </a:r>
            <a:endParaRPr/>
          </a:p>
        </p:txBody>
      </p:sp>
      <p:sp>
        <p:nvSpPr>
          <p:cNvPr id="164" name="Google Shape;164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CONSTRAINTS AND LIMITATIONS</a:t>
            </a:r>
            <a:endParaRPr/>
          </a:p>
        </p:txBody>
      </p:sp>
      <p:sp>
        <p:nvSpPr>
          <p:cNvPr id="176" name="Google Shape;176;p2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bg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bg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</Words>
  <Application>Microsoft Office PowerPoint</Application>
  <PresentationFormat>On-screen Show (4:3)</PresentationFormat>
  <Paragraphs>26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INTRODUCTION AND BACKGROUND</vt:lpstr>
      <vt:lpstr>PowerPoint Presentation</vt:lpstr>
      <vt:lpstr>LITERATURE REVIEW</vt:lpstr>
      <vt:lpstr>PowerPoint Presentation</vt:lpstr>
      <vt:lpstr>Gap Analysis</vt:lpstr>
      <vt:lpstr>PowerPoint Presentation</vt:lpstr>
      <vt:lpstr>PROBLEM STATEMENT</vt:lpstr>
      <vt:lpstr>PowerPoint Presentation</vt:lpstr>
      <vt:lpstr>PROPOSED SOLUTION AND METHODOLOGY</vt:lpstr>
      <vt:lpstr>PowerPoint Presentation</vt:lpstr>
      <vt:lpstr>PROJECT SCOPE</vt:lpstr>
      <vt:lpstr>PowerPoint Presentation</vt:lpstr>
      <vt:lpstr>CONSTRAINTS AND LIMITATIONS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Tazzaina Malik</cp:lastModifiedBy>
  <cp:revision>5</cp:revision>
  <dcterms:created xsi:type="dcterms:W3CDTF">2013-01-22T07:04:44Z</dcterms:created>
  <dcterms:modified xsi:type="dcterms:W3CDTF">2025-02-05T09:33:31Z</dcterms:modified>
</cp:coreProperties>
</file>