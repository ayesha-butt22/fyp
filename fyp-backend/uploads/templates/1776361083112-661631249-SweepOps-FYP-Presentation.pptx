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SweepOps Cleaning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  <a:p>
            <a:r>
              <a:t>BS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SweepOps is a web-based Cleaning Operations Management System designed to automate staff, bookings, zones, and job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booking systems, poor coordination, no real-time tracking, and inefficient reporting in cleaning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system to manage staff, customers, bookings, jobs, zones, and reports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</a:t>
            </a:r>
          </a:p>
          <a:p>
            <a:r>
              <a:t>Dashboard Management</a:t>
            </a:r>
          </a:p>
          <a:p>
            <a:r>
              <a:t>Zone Management</a:t>
            </a:r>
          </a:p>
          <a:p>
            <a:r>
              <a:t>Staff Management</a:t>
            </a:r>
          </a:p>
          <a:p>
            <a:r>
              <a:t>Customer Management</a:t>
            </a:r>
          </a:p>
          <a:p>
            <a:r>
              <a:t>Booking Management</a:t>
            </a:r>
          </a:p>
          <a:p>
            <a:r>
              <a:t>Job Management</a:t>
            </a:r>
          </a:p>
          <a:p>
            <a:r>
              <a:t>Report Management</a:t>
            </a:r>
          </a:p>
          <a:p>
            <a:r>
              <a:t>System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Authentication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Login/Logout</a:t>
            </a:r>
          </a:p>
          <a:p>
            <a:r>
              <a:t>Registration</a:t>
            </a:r>
          </a:p>
          <a:p>
            <a:r>
              <a:t>Role-Based Access</a:t>
            </a:r>
          </a:p>
          <a:p>
            <a:r>
              <a:t>Forgot &amp; Reset Password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Overview</a:t>
            </a:r>
          </a:p>
          <a:p>
            <a:r>
              <a:t>Active Jobs</a:t>
            </a:r>
          </a:p>
          <a:p>
            <a:r>
              <a:t>Staff Availability</a:t>
            </a:r>
          </a:p>
          <a:p>
            <a:r>
              <a:t>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Zone</a:t>
            </a:r>
          </a:p>
          <a:p>
            <a:r>
              <a:t>Update/Delete Zone</a:t>
            </a:r>
          </a:p>
          <a:p>
            <a:r>
              <a:t>Assign Staff to Zones</a:t>
            </a:r>
          </a:p>
          <a:p>
            <a:r>
              <a:t>Manage Service Areas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Staff</a:t>
            </a:r>
          </a:p>
          <a:p>
            <a:r>
              <a:t>Update Profile</a:t>
            </a:r>
          </a:p>
          <a:p>
            <a:r>
              <a:t>Track Availability</a:t>
            </a:r>
          </a:p>
          <a:p>
            <a:r>
              <a:t>Monitor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Customer</a:t>
            </a:r>
          </a:p>
          <a:p>
            <a:r>
              <a:t>Search Customer</a:t>
            </a:r>
          </a:p>
          <a:p>
            <a:r>
              <a:t>Update Customer</a:t>
            </a:r>
          </a:p>
          <a:p>
            <a:r>
              <a:t>View Service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Booking</a:t>
            </a:r>
          </a:p>
          <a:p>
            <a:r>
              <a:t>Update Booking</a:t>
            </a:r>
          </a:p>
          <a:p>
            <a:r>
              <a:t>Cancel Booking</a:t>
            </a:r>
          </a:p>
          <a:p>
            <a:r>
              <a:t>Booking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Jobs</a:t>
            </a:r>
          </a:p>
          <a:p>
            <a:r>
              <a:t>Real-Time Tracking</a:t>
            </a:r>
          </a:p>
          <a:p>
            <a:r>
              <a:t>Status Updates</a:t>
            </a:r>
          </a:p>
          <a:p>
            <a:r>
              <a:t>Notifications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Management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Daily/Monthly Reports</a:t>
            </a:r>
          </a:p>
          <a:p>
            <a:r>
              <a:t>Staff Performance</a:t>
            </a:r>
          </a:p>
          <a:p>
            <a:r>
              <a:t>Revenue Reports</a:t>
            </a:r>
          </a:p>
          <a:p>
            <a:r>
              <a:t>Data 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Settings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Services</a:t>
            </a:r>
          </a:p>
          <a:p>
            <a:r>
              <a:t>Pricing Configuration</a:t>
            </a:r>
          </a:p>
          <a:p>
            <a:r>
              <a:t>System Preferences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Blade, Bootstrap, Alpine.js</a:t>
            </a:r>
          </a:p>
          <a:p>
            <a:r>
              <a:t>Backend: PHP/Laravel</a:t>
            </a:r>
          </a:p>
          <a:p>
            <a:r>
              <a:t>Database: MySQL</a:t>
            </a:r>
          </a:p>
          <a:p>
            <a:r>
              <a:t>Deployment: Localhost / Shared Hosting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SweepOps improves efficiency, automation, and management of cleaning operations through a centralized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