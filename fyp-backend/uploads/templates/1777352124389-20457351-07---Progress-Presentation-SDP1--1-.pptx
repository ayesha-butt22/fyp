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5"/>
  </p:notesMasterIdLst>
  <p:sldIdLst>
    <p:sldId id="278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</p:sldIdLst>
  <p:sldSz cx="9144000" cy="6858000" type="screen4x3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8" roundtripDataSignature="AMtx7mgD4Kl0eymbPsSACaHDcTfhYrGFK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1522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19425" y="720075"/>
            <a:ext cx="4877025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5" name="Google Shape;9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1" name="Google Shape;10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7" name="Google Shape;10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3" name="Google Shape;11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203715cfd4a_0_2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9" name="Google Shape;119;g203715cfd4a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03715cfd4a_0_7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00" cy="432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5" name="Google Shape;125;g203715cfd4a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1" name="Google Shape;13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9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7" name="Google Shape;13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0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3" name="Google Shape;14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2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55" name="Google Shape;15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4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7" name="Google Shape;16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3" name="Google Shape;173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9" name="Google Shape;17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5" name="Google Shape;185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8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2" name="Google Shape;192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98" name="Google Shape;198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20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04" name="Google Shape;20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1:notes"/>
          <p:cNvSpPr txBox="1">
            <a:spLocks noGrp="1"/>
          </p:cNvSpPr>
          <p:nvPr>
            <p:ph type="body" idx="1"/>
          </p:nvPr>
        </p:nvSpPr>
        <p:spPr>
          <a:xfrm>
            <a:off x="731500" y="4560550"/>
            <a:ext cx="5852150" cy="4320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0" name="Google Shape;21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57300" y="720725"/>
            <a:ext cx="4800600" cy="36004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2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2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2" name="Google Shape;32;p2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3" name="Google Shape;33;p2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0" name="Google Shape;40;p2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2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0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30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30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3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3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3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1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31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31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3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3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3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32"/>
          <p:cNvSpPr txBox="1">
            <a:spLocks noGrp="1"/>
          </p:cNvSpPr>
          <p:nvPr>
            <p:ph type="body" idx="1"/>
          </p:nvPr>
        </p:nvSpPr>
        <p:spPr>
          <a:xfrm rot="5400000">
            <a:off x="2309018" y="-251619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3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3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3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3"/>
          <p:cNvSpPr txBox="1">
            <a:spLocks noGrp="1"/>
          </p:cNvSpPr>
          <p:nvPr>
            <p:ph type="title"/>
          </p:nvPr>
        </p:nvSpPr>
        <p:spPr>
          <a:xfrm rot="5400000">
            <a:off x="4732337" y="2171700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33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1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3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3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3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3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p2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2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2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/>
              <a:t>Senior Design Project</a:t>
            </a:r>
          </a:p>
        </p:txBody>
      </p:sp>
      <p:sp>
        <p:nvSpPr>
          <p:cNvPr id="5123" name="Subtitle 2"/>
          <p:cNvSpPr>
            <a:spLocks noGrp="1"/>
          </p:cNvSpPr>
          <p:nvPr>
            <p:ph type="subTitle" idx="1"/>
          </p:nvPr>
        </p:nvSpPr>
        <p:spPr/>
        <p:txBody>
          <a:bodyPr rtlCol="0">
            <a:normAutofit/>
          </a:bodyPr>
          <a:lstStyle/>
          <a:p>
            <a:pPr marL="6350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dirty="0"/>
              <a:t>Complete Project Title – Can Occupy 2-3 Lines</a:t>
            </a:r>
          </a:p>
          <a:p>
            <a:pPr marL="6350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1400" dirty="0"/>
              <a:t>Supervised By: Full Name (Designation)</a:t>
            </a:r>
          </a:p>
          <a:p>
            <a:pPr marL="63500" eaLnBrk="1" fontAlgn="auto" hangingPunct="1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1400" b="1" dirty="0"/>
              <a:t>SDGs: &lt;</a:t>
            </a:r>
            <a:r>
              <a:rPr lang="en-US" sz="1400" b="1"/>
              <a:t>Goal Number- </a:t>
            </a:r>
            <a:r>
              <a:rPr lang="en-US" sz="1400" b="1" dirty="0"/>
              <a:t>Goal Name&gt;</a:t>
            </a:r>
          </a:p>
        </p:txBody>
      </p:sp>
      <p:pic>
        <p:nvPicPr>
          <p:cNvPr id="2052" name="Picture 3" descr="Riphah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033" t="4065" r="6926" b="4926"/>
          <a:stretch>
            <a:fillRect/>
          </a:stretch>
        </p:blipFill>
        <p:spPr bwMode="auto">
          <a:xfrm>
            <a:off x="4076700" y="1295400"/>
            <a:ext cx="9906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Project Team</a:t>
            </a:r>
            <a:endParaRPr/>
          </a:p>
        </p:txBody>
      </p:sp>
      <p:sp>
        <p:nvSpPr>
          <p:cNvPr id="92" name="Google Shape;92;p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Full Name (SAPID#)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Full Name (SAPID#)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Full Name (SAPID#)</a:t>
            </a:r>
            <a:endParaRPr/>
          </a:p>
          <a:p>
            <a:pPr marL="342900" lvl="0" indent="-1397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Table of Content</a:t>
            </a:r>
            <a:endParaRPr/>
          </a:p>
        </p:txBody>
      </p:sp>
      <p:sp>
        <p:nvSpPr>
          <p:cNvPr id="98" name="Google Shape;98;p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Introduction and Background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Literature Review and Summary Table</a:t>
            </a:r>
            <a:endParaRPr sz="280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Problem Statement</a:t>
            </a:r>
            <a:endParaRPr sz="280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Methodology</a:t>
            </a:r>
            <a:endParaRPr sz="2800"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Progress Report Summary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Requirements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Software System (Design + Implementation + Testing)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Endeavour (Team)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Next Steps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Prototype / Report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INTRODUCTION AND BACKGROUND </a:t>
            </a:r>
            <a:endParaRPr/>
          </a:p>
        </p:txBody>
      </p:sp>
      <p:sp>
        <p:nvSpPr>
          <p:cNvPr id="104" name="Google Shape;104;p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Introduction and Background </a:t>
            </a:r>
            <a:endParaRPr/>
          </a:p>
        </p:txBody>
      </p:sp>
      <p:sp>
        <p:nvSpPr>
          <p:cNvPr id="110" name="Google Shape;110;p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Literature Review and Summary Table</a:t>
            </a:r>
            <a:endParaRPr/>
          </a:p>
        </p:txBody>
      </p:sp>
      <p:sp>
        <p:nvSpPr>
          <p:cNvPr id="116" name="Google Shape;116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03715cfd4a_0_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Problem Statement</a:t>
            </a:r>
            <a:endParaRPr/>
          </a:p>
        </p:txBody>
      </p:sp>
      <p:sp>
        <p:nvSpPr>
          <p:cNvPr id="122" name="Google Shape;122;g203715cfd4a_0_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03715cfd4a_0_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Methodology</a:t>
            </a:r>
            <a:endParaRPr/>
          </a:p>
        </p:txBody>
      </p:sp>
      <p:sp>
        <p:nvSpPr>
          <p:cNvPr id="128" name="Google Shape;128;g203715cfd4a_0_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PROGRESS REPORT</a:t>
            </a:r>
            <a:br>
              <a:rPr lang="en-US"/>
            </a:br>
            <a:r>
              <a:rPr lang="en-US"/>
              <a:t>SUMMARY</a:t>
            </a:r>
            <a:endParaRPr/>
          </a:p>
        </p:txBody>
      </p:sp>
      <p:sp>
        <p:nvSpPr>
          <p:cNvPr id="134" name="Google Shape;134;p7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9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Requirements</a:t>
            </a:r>
            <a:endParaRPr/>
          </a:p>
        </p:txBody>
      </p:sp>
      <p:sp>
        <p:nvSpPr>
          <p:cNvPr id="140" name="Google Shape;140;p9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List of Different Users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???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Use Cases / User Stories: ???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Functional &amp; Non Functional Requirements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Design</a:t>
            </a:r>
            <a:endParaRPr/>
          </a:p>
        </p:txBody>
      </p:sp>
      <p:sp>
        <p:nvSpPr>
          <p:cNvPr id="146" name="Google Shape;146;p1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Deployment Diagram Representing  Hardware/Software Components in your System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Design</a:t>
            </a:r>
            <a:endParaRPr/>
          </a:p>
        </p:txBody>
      </p:sp>
      <p:sp>
        <p:nvSpPr>
          <p:cNvPr id="152" name="Google Shape;152;p1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Detailed Design (Optional based on your work)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UML Diagrams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ERD (if DB used)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etc.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2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Implementation</a:t>
            </a:r>
            <a:endParaRPr/>
          </a:p>
        </p:txBody>
      </p:sp>
      <p:sp>
        <p:nvSpPr>
          <p:cNvPr id="158" name="Google Shape;158;p12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List Development Tools &amp; Technologies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List Best Practices / Coding Standards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List Libraries / Components / Web Services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3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Testing</a:t>
            </a:r>
            <a:endParaRPr/>
          </a:p>
        </p:txBody>
      </p:sp>
      <p:sp>
        <p:nvSpPr>
          <p:cNvPr id="164" name="Google Shape;164;p13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???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4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ENDEAVOUR</a:t>
            </a:r>
            <a:endParaRPr/>
          </a:p>
        </p:txBody>
      </p:sp>
      <p:sp>
        <p:nvSpPr>
          <p:cNvPr id="170" name="Google Shape;170;p14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5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Endeavour</a:t>
            </a:r>
            <a:endParaRPr/>
          </a:p>
        </p:txBody>
      </p:sp>
      <p:sp>
        <p:nvSpPr>
          <p:cNvPr id="176" name="Google Shape;176;p15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Describe roles of your team members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Describe your software development process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Describe your way of working as a team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NEXT STEPS</a:t>
            </a:r>
            <a:endParaRPr/>
          </a:p>
        </p:txBody>
      </p:sp>
      <p:sp>
        <p:nvSpPr>
          <p:cNvPr id="182" name="Google Shape;182;p1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Work Breakdown Structure</a:t>
            </a:r>
            <a:br>
              <a:rPr lang="en-US"/>
            </a:br>
            <a:r>
              <a:rPr lang="en-US" sz="1400"/>
              <a:t>(List of all Deliverables / Strikethrough Completed Deliverables)</a:t>
            </a:r>
            <a:endParaRPr/>
          </a:p>
        </p:txBody>
      </p:sp>
      <p:sp>
        <p:nvSpPr>
          <p:cNvPr id="188" name="Google Shape;188;p17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Major Deliverable 1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strike="sngStrike"/>
              <a:t>Sub Deliverable 1 of 1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Sub Deliverable 2 of 1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Sub Deliverable 3 of 1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. . 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Major Deliverable 2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Sub Deliverable 1 of 2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Sub Deliverable 2 of 2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. . .</a:t>
            </a:r>
            <a:endParaRPr/>
          </a:p>
          <a:p>
            <a:pPr marL="342900" lvl="0" indent="-1651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/>
          </a:p>
        </p:txBody>
      </p:sp>
      <p:sp>
        <p:nvSpPr>
          <p:cNvPr id="189" name="Google Shape;189;p17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Major Deliverable 3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Sub Deliverable 1 of 3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Sub Deliverable 2 of 3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Sub Deliverable 3 of 3</a:t>
            </a:r>
            <a:endParaRPr/>
          </a:p>
          <a:p>
            <a:pPr marL="742950" lvl="1" indent="-28575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. . .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Major Deliverable 4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. . 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Challenges</a:t>
            </a:r>
            <a:endParaRPr/>
          </a:p>
        </p:txBody>
      </p:sp>
      <p:sp>
        <p:nvSpPr>
          <p:cNvPr id="195" name="Google Shape;195;p18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9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PROTOTYPE &amp; REPORT</a:t>
            </a:r>
            <a:endParaRPr/>
          </a:p>
        </p:txBody>
      </p:sp>
      <p:sp>
        <p:nvSpPr>
          <p:cNvPr id="201" name="Google Shape;201;p19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4445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0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Prototype</a:t>
            </a:r>
            <a:endParaRPr/>
          </a:p>
        </p:txBody>
      </p:sp>
      <p:sp>
        <p:nvSpPr>
          <p:cNvPr id="207" name="Google Shape;207;p20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397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Report</a:t>
            </a:r>
            <a:endParaRPr/>
          </a:p>
        </p:txBody>
      </p:sp>
      <p:sp>
        <p:nvSpPr>
          <p:cNvPr id="213" name="Google Shape;213;p2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Chapter 1: Introduction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Chapter 2: Literature Review / Market Survey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Chapter 3: Requirements and Design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Chapter 4: Implementation and Test Cases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Chapter 5: Experiment Results and Analysis</a:t>
            </a:r>
            <a:endParaRPr/>
          </a:p>
          <a:p>
            <a:pPr marL="342900" lvl="0" indent="-3429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Chapter 6: Conclusion &amp; Future Direction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6" name="Title 1"/>
          <p:cNvSpPr txBox="1">
            <a:spLocks/>
          </p:cNvSpPr>
          <p:nvPr/>
        </p:nvSpPr>
        <p:spPr>
          <a:xfrm>
            <a:off x="1340271" y="916520"/>
            <a:ext cx="6613211" cy="1362076"/>
          </a:xfrm>
          <a:prstGeom prst="rect">
            <a:avLst/>
          </a:prstGeom>
        </p:spPr>
        <p:txBody>
          <a:bodyPr wrap="square" lIns="0" tIns="0" rIns="0" bIns="0">
            <a:noAutofit/>
          </a:bodyPr>
          <a:lstStyle>
            <a:lvl1pPr>
              <a:defRPr sz="4400" b="0" i="0">
                <a:solidFill>
                  <a:schemeClr val="tx1"/>
                </a:solidFill>
                <a:latin typeface="Calibri"/>
                <a:ea typeface="+mj-ea"/>
                <a:cs typeface="Calibri"/>
              </a:defRPr>
            </a:lvl1pPr>
          </a:lstStyle>
          <a:p>
            <a:pPr algn="ctr"/>
            <a:r>
              <a:rPr lang="ur-PK" sz="9600" kern="0" dirty="0">
                <a:solidFill>
                  <a:schemeClr val="bg1"/>
                </a:solidFill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جزاک اللہ</a:t>
            </a:r>
            <a:endParaRPr lang="en-US" sz="9600" kern="0" dirty="0">
              <a:solidFill>
                <a:schemeClr val="bg1"/>
              </a:solidFill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810000" y="3984415"/>
            <a:ext cx="277882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ur-PK" sz="9600" b="1" dirty="0">
                <a:solidFill>
                  <a:schemeClr val="bg2"/>
                </a:solidFill>
                <a:latin typeface="Jameel Noori Nastaleeq" panose="02000503000000000004" pitchFamily="2" charset="-78"/>
                <a:cs typeface="Jameel Noori Nastaleeq" panose="02000503000000000004" pitchFamily="2" charset="-78"/>
              </a:rPr>
              <a:t>شکراً</a:t>
            </a:r>
            <a:endParaRPr lang="en-US" sz="9600" b="1" dirty="0">
              <a:solidFill>
                <a:schemeClr val="bg2"/>
              </a:solidFill>
              <a:latin typeface="Jameel Noori Nastaleeq" panose="02000503000000000004" pitchFamily="2" charset="-78"/>
              <a:cs typeface="Jameel Noori Nastaleeq" panose="02000503000000000004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1492357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317</Words>
  <Application>Microsoft Office PowerPoint</Application>
  <PresentationFormat>On-screen Show (4:3)</PresentationFormat>
  <Paragraphs>78</Paragraphs>
  <Slides>23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Jameel Noori Nastaleeq</vt:lpstr>
      <vt:lpstr>Office Theme</vt:lpstr>
      <vt:lpstr>Senior Design Project</vt:lpstr>
      <vt:lpstr>Project Team</vt:lpstr>
      <vt:lpstr>Table of Content</vt:lpstr>
      <vt:lpstr>INTRODUCTION AND BACKGROUND </vt:lpstr>
      <vt:lpstr>Introduction and Background </vt:lpstr>
      <vt:lpstr>Literature Review and Summary Table</vt:lpstr>
      <vt:lpstr>Problem Statement</vt:lpstr>
      <vt:lpstr>Methodology</vt:lpstr>
      <vt:lpstr>PROGRESS REPORT SUMMARY</vt:lpstr>
      <vt:lpstr>Requirements</vt:lpstr>
      <vt:lpstr>Design</vt:lpstr>
      <vt:lpstr>Design</vt:lpstr>
      <vt:lpstr>Implementation</vt:lpstr>
      <vt:lpstr>Testing</vt:lpstr>
      <vt:lpstr>ENDEAVOUR</vt:lpstr>
      <vt:lpstr>Endeavour</vt:lpstr>
      <vt:lpstr>NEXT STEPS</vt:lpstr>
      <vt:lpstr>Work Breakdown Structure (List of all Deliverables / Strikethrough Completed Deliverables)</vt:lpstr>
      <vt:lpstr>Challenges</vt:lpstr>
      <vt:lpstr>PROTOTYPE &amp; REPORT</vt:lpstr>
      <vt:lpstr>Prototype</vt:lpstr>
      <vt:lpstr>Report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Khan</dc:creator>
  <cp:lastModifiedBy>Tazzaina Malik</cp:lastModifiedBy>
  <cp:revision>3</cp:revision>
  <dcterms:created xsi:type="dcterms:W3CDTF">2013-01-22T07:04:44Z</dcterms:created>
  <dcterms:modified xsi:type="dcterms:W3CDTF">2025-02-05T09:34:30Z</dcterms:modified>
</cp:coreProperties>
</file>