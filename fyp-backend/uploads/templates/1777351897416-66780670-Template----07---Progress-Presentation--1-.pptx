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sldIdLst>
    <p:sldId id="283" r:id="rId2"/>
    <p:sldId id="257" r:id="rId3"/>
    <p:sldId id="258" r:id="rId4"/>
    <p:sldId id="260" r:id="rId5"/>
    <p:sldId id="259" r:id="rId6"/>
    <p:sldId id="269" r:id="rId7"/>
    <p:sldId id="261" r:id="rId8"/>
    <p:sldId id="271" r:id="rId9"/>
    <p:sldId id="272" r:id="rId10"/>
    <p:sldId id="279" r:id="rId11"/>
    <p:sldId id="273" r:id="rId12"/>
    <p:sldId id="274" r:id="rId13"/>
    <p:sldId id="280" r:id="rId14"/>
    <p:sldId id="263" r:id="rId15"/>
    <p:sldId id="282" r:id="rId16"/>
    <p:sldId id="281" r:id="rId17"/>
    <p:sldId id="275" r:id="rId18"/>
    <p:sldId id="264" r:id="rId19"/>
    <p:sldId id="277" r:id="rId20"/>
    <p:sldId id="276" r:id="rId21"/>
    <p:sldId id="278" r:id="rId22"/>
    <p:sldId id="284" r:id="rId23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5EA8C-31D8-4AE2-B882-84C84F479477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F5670-D3F4-45C7-B985-727ECBBC4E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4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CD17A-954D-467D-91A5-E7BCAA89A8CF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E33BD-E18E-4BE1-9714-EE42823891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8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D8F27-B1E0-4579-A0D4-F4DE761D87B0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4A030-EF6A-4762-B30C-DE8655F57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3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9A495-73A6-4F65-8AAC-5D89FFE343E7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7087B-68C8-47F2-B5D0-EF32CB23F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21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90D62-48B1-4815-B83E-6D1A5DC794AF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97330-42CC-42AC-87F9-5A3675C691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7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49768-A570-41B7-95C0-54055C4A81EA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CAFDE-0C38-456D-B802-21864C3F83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9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3B2D8-3E52-4F62-9DC4-54C38533946B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0D651-56A8-4CE0-9D94-65BDDFDEBF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5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30D5C-5BFF-46B6-BA99-36AC4468BF79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F8457-8BC5-42F4-9665-36B7DF8528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4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9CFCE-761F-40B2-848A-CB9D594FBAFC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0734B-61FB-498A-8F45-B91ADB2749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7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876BE-1A06-47CE-A4A2-6C5C1D1C326F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3F1DD-6A4D-4A6A-9723-33B3A792EB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8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2D721-3603-4DC2-ACAB-C8C719AFE1B1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63DAF-319D-456B-AC92-51897CFD44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8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0E64A2-E0A4-4DC6-9829-7CF64BBF5B65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6E01495-F694-4C46-966A-5FC739EB7C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Senior Design Project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Complete Project Title – Can Occupy 2-3 Lines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/>
              <a:t>Supervised By: Full Name (Designation)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b="1" dirty="0"/>
              <a:t>SDGs: &lt;Goal Number- Goal Name&gt;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Opportunity &amp; Stakeholders </a:t>
            </a:r>
          </a:p>
          <a:p>
            <a:pPr eaLnBrk="1" hangingPunct="1"/>
            <a:r>
              <a:rPr lang="en-US" sz="2800" dirty="0"/>
              <a:t>Solution</a:t>
            </a:r>
          </a:p>
          <a:p>
            <a:pPr eaLnBrk="1" hangingPunct="1"/>
            <a:r>
              <a:rPr lang="en-US" sz="2800" dirty="0"/>
              <a:t>Progress Report Summary</a:t>
            </a:r>
          </a:p>
          <a:p>
            <a:pPr lvl="1" eaLnBrk="1" hangingPunct="1"/>
            <a:r>
              <a:rPr lang="en-US" sz="2400" dirty="0"/>
              <a:t>Requirements</a:t>
            </a:r>
          </a:p>
          <a:p>
            <a:pPr lvl="1" eaLnBrk="1" hangingPunct="1"/>
            <a:r>
              <a:rPr lang="en-US" sz="2400" dirty="0"/>
              <a:t>Software System (Design + Implementation + Testing)</a:t>
            </a:r>
          </a:p>
          <a:p>
            <a:pPr lvl="1" eaLnBrk="1" hangingPunct="1"/>
            <a:r>
              <a:rPr lang="en-US" sz="2400" dirty="0"/>
              <a:t>Endeavour (Team + Work + Way of Working)</a:t>
            </a:r>
          </a:p>
          <a:p>
            <a:pPr eaLnBrk="1" hangingPunct="1"/>
            <a:r>
              <a:rPr lang="en-US" sz="2800" dirty="0"/>
              <a:t>Next Steps</a:t>
            </a:r>
          </a:p>
          <a:p>
            <a:pPr eaLnBrk="1" hangingPunct="1"/>
            <a:r>
              <a:rPr lang="en-US" sz="2800" dirty="0"/>
              <a:t>Prototype /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Opportunity &amp; Stakeholders</a:t>
            </a:r>
          </a:p>
        </p:txBody>
      </p:sp>
      <p:sp>
        <p:nvSpPr>
          <p:cNvPr id="8195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Opportunity &amp; Stakeholders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7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PROGRESS REPORT</a:t>
            </a:r>
            <a:br>
              <a:rPr lang="en-US" dirty="0"/>
            </a:br>
            <a:r>
              <a:rPr lang="en-US" dirty="0"/>
              <a:t>Summary</a:t>
            </a:r>
          </a:p>
        </p:txBody>
      </p:sp>
      <p:sp>
        <p:nvSpPr>
          <p:cNvPr id="10243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Elicitation Techniques / Tools</a:t>
            </a:r>
          </a:p>
          <a:p>
            <a:pPr lvl="1"/>
            <a:r>
              <a:rPr lang="en-US" dirty="0"/>
              <a:t>???</a:t>
            </a:r>
          </a:p>
          <a:p>
            <a:r>
              <a:rPr lang="en-US" dirty="0"/>
              <a:t>Specification / Documentation</a:t>
            </a:r>
          </a:p>
          <a:p>
            <a:pPr lvl="1"/>
            <a:r>
              <a:rPr lang="en-US" dirty="0"/>
              <a:t>???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384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of Different Users</a:t>
            </a:r>
          </a:p>
          <a:p>
            <a:pPr lvl="1"/>
            <a:r>
              <a:rPr lang="en-US" dirty="0"/>
              <a:t>???</a:t>
            </a:r>
          </a:p>
          <a:p>
            <a:r>
              <a:rPr lang="en-US" dirty="0"/>
              <a:t>Use Cases / User Stories: ???</a:t>
            </a:r>
          </a:p>
          <a:p>
            <a:r>
              <a:rPr lang="en-US" dirty="0"/>
              <a:t>Functional &amp; Non 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2569178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Deployment Diagram Representing  Hardware/Software Components in your System</a:t>
            </a:r>
          </a:p>
        </p:txBody>
      </p:sp>
    </p:spTree>
    <p:extLst>
      <p:ext uri="{BB962C8B-B14F-4D97-AF65-F5344CB8AC3E}">
        <p14:creationId xmlns:p14="http://schemas.microsoft.com/office/powerpoint/2010/main" val="3453986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Detailed Design</a:t>
            </a:r>
          </a:p>
          <a:p>
            <a:pPr lvl="1"/>
            <a:r>
              <a:rPr lang="en-US" dirty="0"/>
              <a:t>UML Diagrams</a:t>
            </a:r>
          </a:p>
          <a:p>
            <a:pPr lvl="1"/>
            <a:r>
              <a:rPr lang="en-US" dirty="0"/>
              <a:t>ERD (if DB used)</a:t>
            </a:r>
          </a:p>
          <a:p>
            <a:pPr lvl="1"/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923985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Development Tools &amp; Technologies</a:t>
            </a:r>
          </a:p>
          <a:p>
            <a:r>
              <a:rPr lang="en-US" dirty="0"/>
              <a:t>List Best Practices / Coding Standards</a:t>
            </a:r>
          </a:p>
          <a:p>
            <a:r>
              <a:rPr lang="en-US" dirty="0"/>
              <a:t>List Libraries / Components / Web Services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90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???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19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Endeavour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Endeavour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roles of your team members</a:t>
            </a:r>
          </a:p>
          <a:p>
            <a:r>
              <a:rPr lang="en-US" dirty="0"/>
              <a:t>Describe your software development process</a:t>
            </a:r>
          </a:p>
          <a:p>
            <a:r>
              <a:rPr lang="en-US" dirty="0"/>
              <a:t>Describe your way of working as a team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67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NEXT STEPS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99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Work Breakdown Structure</a:t>
            </a:r>
            <a:br>
              <a:rPr lang="en-US" dirty="0"/>
            </a:br>
            <a:r>
              <a:rPr lang="en-US" sz="1400" dirty="0"/>
              <a:t>(List of all Deliverables / Strikethrough Completed Deliverables)</a:t>
            </a:r>
            <a:endParaRPr lang="en-US" dirty="0"/>
          </a:p>
        </p:txBody>
      </p:sp>
      <p:sp>
        <p:nvSpPr>
          <p:cNvPr id="8195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Major Deliverable 1</a:t>
            </a:r>
          </a:p>
          <a:p>
            <a:pPr lvl="1" eaLnBrk="1" hangingPunct="1"/>
            <a:r>
              <a:rPr lang="en-US" sz="2000" strike="sngStrike" dirty="0"/>
              <a:t>Sub Deliverable 1 of 1</a:t>
            </a:r>
          </a:p>
          <a:p>
            <a:pPr lvl="1" eaLnBrk="1" hangingPunct="1"/>
            <a:r>
              <a:rPr lang="en-US" sz="2000" dirty="0"/>
              <a:t>Sub Deliverable 2 of 1</a:t>
            </a:r>
          </a:p>
          <a:p>
            <a:pPr lvl="1" eaLnBrk="1" hangingPunct="1"/>
            <a:r>
              <a:rPr lang="en-US" sz="2000" dirty="0"/>
              <a:t>Sub Deliverable 3 of 1</a:t>
            </a:r>
          </a:p>
          <a:p>
            <a:pPr lvl="1" eaLnBrk="1" hangingPunct="1"/>
            <a:r>
              <a:rPr lang="en-US" sz="2000" dirty="0"/>
              <a:t>. . .</a:t>
            </a:r>
          </a:p>
          <a:p>
            <a:pPr eaLnBrk="1" hangingPunct="1"/>
            <a:r>
              <a:rPr lang="en-US" sz="2400" dirty="0"/>
              <a:t>Major Deliverable 2</a:t>
            </a:r>
          </a:p>
          <a:p>
            <a:pPr lvl="1" eaLnBrk="1" hangingPunct="1"/>
            <a:r>
              <a:rPr lang="en-US" sz="2000" dirty="0"/>
              <a:t>Sub Deliverable 1 of 2</a:t>
            </a:r>
          </a:p>
          <a:p>
            <a:pPr lvl="1" eaLnBrk="1" hangingPunct="1"/>
            <a:r>
              <a:rPr lang="en-US" sz="2000" dirty="0"/>
              <a:t>Sub Deliverable 2 of 2</a:t>
            </a:r>
          </a:p>
          <a:p>
            <a:pPr lvl="1" eaLnBrk="1" hangingPunct="1"/>
            <a:r>
              <a:rPr lang="en-US" sz="2000" dirty="0"/>
              <a:t>. . .</a:t>
            </a:r>
          </a:p>
          <a:p>
            <a:pPr eaLnBrk="1" hangingPunct="1"/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Major Deliverable 3</a:t>
            </a:r>
          </a:p>
          <a:p>
            <a:pPr lvl="1" eaLnBrk="1" hangingPunct="1"/>
            <a:r>
              <a:rPr lang="en-US" sz="2000" dirty="0"/>
              <a:t>Sub Deliverable 1 of 3</a:t>
            </a:r>
          </a:p>
          <a:p>
            <a:pPr lvl="1" eaLnBrk="1" hangingPunct="1"/>
            <a:r>
              <a:rPr lang="en-US" sz="2000" dirty="0"/>
              <a:t>Sub Deliverable 2 of 3</a:t>
            </a:r>
          </a:p>
          <a:p>
            <a:pPr lvl="1" eaLnBrk="1" hangingPunct="1"/>
            <a:r>
              <a:rPr lang="en-US" sz="2000" dirty="0"/>
              <a:t>Sub Deliverable 3 of 3</a:t>
            </a:r>
          </a:p>
          <a:p>
            <a:pPr lvl="1" eaLnBrk="1" hangingPunct="1"/>
            <a:r>
              <a:rPr lang="en-US" sz="2000" dirty="0"/>
              <a:t>. . .</a:t>
            </a:r>
          </a:p>
          <a:p>
            <a:pPr eaLnBrk="1" hangingPunct="1"/>
            <a:r>
              <a:rPr lang="en-US" sz="2400" dirty="0"/>
              <a:t>Major Deliverable 4</a:t>
            </a:r>
          </a:p>
          <a:p>
            <a:pPr eaLnBrk="1" hangingPunct="1"/>
            <a:r>
              <a:rPr lang="en-US" sz="2400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578138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Challenges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Prototype &amp; Report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13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Prototype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10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Report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1: Introduction</a:t>
            </a:r>
          </a:p>
          <a:p>
            <a:pPr eaLnBrk="1" hangingPunct="1"/>
            <a:r>
              <a:rPr lang="en-US" dirty="0"/>
              <a:t>Chapter 2: Literature / Market Survey</a:t>
            </a:r>
          </a:p>
          <a:p>
            <a:pPr eaLnBrk="1" hangingPunct="1"/>
            <a:r>
              <a:rPr lang="en-US" dirty="0"/>
              <a:t>Chapter 3: Requirement Analysis</a:t>
            </a:r>
          </a:p>
          <a:p>
            <a:pPr eaLnBrk="1" hangingPunct="1"/>
            <a:r>
              <a:rPr lang="en-US" dirty="0"/>
              <a:t>Chapter 4: System Design</a:t>
            </a:r>
          </a:p>
          <a:p>
            <a:pPr eaLnBrk="1" hangingPunct="1"/>
            <a:r>
              <a:rPr lang="en-US" dirty="0"/>
              <a:t>Chapter 5: Implementation</a:t>
            </a:r>
          </a:p>
          <a:p>
            <a:pPr eaLnBrk="1" hangingPunct="1"/>
            <a:r>
              <a:rPr lang="en-US" dirty="0"/>
              <a:t>Chapter 6: Testing &amp; Evaluations</a:t>
            </a:r>
          </a:p>
          <a:p>
            <a:pPr eaLnBrk="1" hangingPunct="1"/>
            <a:r>
              <a:rPr lang="en-US" dirty="0"/>
              <a:t>Chapter 7: Conclusion &amp; Outlook</a:t>
            </a:r>
          </a:p>
        </p:txBody>
      </p:sp>
    </p:spTree>
    <p:extLst>
      <p:ext uri="{BB962C8B-B14F-4D97-AF65-F5344CB8AC3E}">
        <p14:creationId xmlns:p14="http://schemas.microsoft.com/office/powerpoint/2010/main" val="4022013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340271" y="916520"/>
            <a:ext cx="6613211" cy="136207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ur-PK" sz="9600" kern="0" dirty="0">
                <a:solidFill>
                  <a:schemeClr val="bg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جزاک اللہ</a:t>
            </a:r>
            <a:endParaRPr lang="en-US" sz="9600" kern="0" dirty="0">
              <a:solidFill>
                <a:schemeClr val="bg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0" y="3984415"/>
            <a:ext cx="27788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r-PK" sz="9600" b="1" dirty="0">
                <a:solidFill>
                  <a:schemeClr val="tx2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شکراً</a:t>
            </a:r>
            <a:endParaRPr lang="en-US" sz="9600" b="1" dirty="0">
              <a:solidFill>
                <a:schemeClr val="tx2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9235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</TotalTime>
  <Words>310</Words>
  <Application>Microsoft Office PowerPoint</Application>
  <PresentationFormat>On-screen Show (4:3)</PresentationFormat>
  <Paragraphs>80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Jameel Noori Nastaleeq</vt:lpstr>
      <vt:lpstr>Office Theme</vt:lpstr>
      <vt:lpstr>Senior Design Project</vt:lpstr>
      <vt:lpstr>Project Team</vt:lpstr>
      <vt:lpstr>Table of Content</vt:lpstr>
      <vt:lpstr>Opportunity &amp; Stakeholders</vt:lpstr>
      <vt:lpstr>Opportunity &amp; Stakeholders</vt:lpstr>
      <vt:lpstr>Solution</vt:lpstr>
      <vt:lpstr>PROGRESS REPORT Summary</vt:lpstr>
      <vt:lpstr>Requirements</vt:lpstr>
      <vt:lpstr>Requirements</vt:lpstr>
      <vt:lpstr>Design</vt:lpstr>
      <vt:lpstr>Design</vt:lpstr>
      <vt:lpstr>Implementation</vt:lpstr>
      <vt:lpstr>Testing</vt:lpstr>
      <vt:lpstr>Endeavour</vt:lpstr>
      <vt:lpstr>Endeavour</vt:lpstr>
      <vt:lpstr>NEXT STEPS</vt:lpstr>
      <vt:lpstr>Work Breakdown Structure (List of all Deliverables / Strikethrough Completed Deliverables)</vt:lpstr>
      <vt:lpstr>Challenges</vt:lpstr>
      <vt:lpstr>Prototype &amp; Report</vt:lpstr>
      <vt:lpstr>Prototype</vt:lpstr>
      <vt:lpstr>Report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Tazzaina Malik</cp:lastModifiedBy>
  <cp:revision>33</cp:revision>
  <dcterms:created xsi:type="dcterms:W3CDTF">2013-01-22T07:04:44Z</dcterms:created>
  <dcterms:modified xsi:type="dcterms:W3CDTF">2025-02-05T09:47:20Z</dcterms:modified>
</cp:coreProperties>
</file>