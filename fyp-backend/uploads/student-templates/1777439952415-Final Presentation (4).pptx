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60" r:id="rId5"/>
    <p:sldId id="259" r:id="rId6"/>
    <p:sldId id="261" r:id="rId7"/>
    <p:sldId id="269" r:id="rId8"/>
    <p:sldId id="271" r:id="rId9"/>
    <p:sldId id="273" r:id="rId10"/>
    <p:sldId id="263" r:id="rId11"/>
    <p:sldId id="276" r:id="rId12"/>
    <p:sldId id="285" r:id="rId13"/>
    <p:sldId id="287" r:id="rId14"/>
    <p:sldId id="281" r:id="rId15"/>
    <p:sldId id="288" r:id="rId16"/>
    <p:sldId id="282" r:id="rId17"/>
    <p:sldId id="283" r:id="rId18"/>
    <p:sldId id="284" r:id="rId19"/>
    <p:sldId id="265" r:id="rId20"/>
    <p:sldId id="279" r:id="rId21"/>
    <p:sldId id="267" r:id="rId22"/>
    <p:sldId id="268" r:id="rId23"/>
    <p:sldId id="277" r:id="rId24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61" userDrawn="1">
          <p15:clr>
            <a:srgbClr val="A4A3A4"/>
          </p15:clr>
        </p15:guide>
        <p15:guide id="2" pos="2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3" d="100"/>
          <a:sy n="63" d="100"/>
        </p:scale>
        <p:origin x="1380" y="64"/>
      </p:cViewPr>
      <p:guideLst>
        <p:guide orient="horz" pos="2261"/>
        <p:guide pos="283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e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e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#2">
  <dgm:title val=""/>
  <dgm:desc val=""/>
  <dgm:catLst>
    <dgm:cat type="mainScheme" pri="10300"/>
  </dgm:catLst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#1">
  <dgm:title val=""/>
  <dgm:desc val=""/>
  <dgm:catLst>
    <dgm:cat type="mainScheme" pri="10300"/>
  </dgm:catLst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#2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789062-25EA-4C22-A667-E0B6C3DE9CE9}" type="doc">
      <dgm:prSet loTypeId="urn:microsoft.com/office/officeart/2005/8/layout/pList1#1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A65DFE6A-5D0E-4E3F-A7B8-C87A9339478D}">
      <dgm:prSet/>
      <dgm:spPr/>
      <dgm:t>
        <a:bodyPr/>
        <a:lstStyle/>
        <a:p>
          <a:pPr rtl="0"/>
          <a:r>
            <a:rPr lang="en-US" dirty="0" smtClean="0"/>
            <a:t>Availability</a:t>
          </a:r>
          <a:endParaRPr lang="en-US" dirty="0"/>
        </a:p>
      </dgm:t>
    </dgm:pt>
    <dgm:pt modelId="{44487EEA-9117-4325-9398-641DBB141D1A}" type="sibTrans" cxnId="{6F62E36A-D806-4434-BC3F-B97EB6904609}">
      <dgm:prSet/>
      <dgm:spPr/>
      <dgm:t>
        <a:bodyPr/>
        <a:lstStyle/>
        <a:p>
          <a:endParaRPr lang="en-US"/>
        </a:p>
      </dgm:t>
    </dgm:pt>
    <dgm:pt modelId="{20BD1498-CB21-427E-BE01-9EE49C944B35}" type="parTrans" cxnId="{6F62E36A-D806-4434-BC3F-B97EB6904609}">
      <dgm:prSet/>
      <dgm:spPr/>
      <dgm:t>
        <a:bodyPr/>
        <a:lstStyle/>
        <a:p>
          <a:endParaRPr lang="en-US"/>
        </a:p>
      </dgm:t>
    </dgm:pt>
    <dgm:pt modelId="{DB2B1B9F-ABDD-4B99-A8C5-35062057C71A}" type="pres">
      <dgm:prSet presAssocID="{EF789062-25EA-4C22-A667-E0B6C3DE9CE9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4388959-3773-4E41-A2EC-0202B834784F}" type="pres">
      <dgm:prSet presAssocID="{A65DFE6A-5D0E-4E3F-A7B8-C87A9339478D}" presName="compNode" presStyleCnt="0"/>
      <dgm:spPr/>
      <dgm:t>
        <a:bodyPr/>
        <a:lstStyle/>
        <a:p>
          <a:endParaRPr lang="en-US"/>
        </a:p>
      </dgm:t>
    </dgm:pt>
    <dgm:pt modelId="{2DA1AD47-140E-48C3-9FD7-41B7B22A6E45}" type="pres">
      <dgm:prSet presAssocID="{A65DFE6A-5D0E-4E3F-A7B8-C87A9339478D}" presName="pict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</dgm:spPr>
      <dgm:t>
        <a:bodyPr/>
        <a:lstStyle/>
        <a:p>
          <a:endParaRPr lang="en-US"/>
        </a:p>
      </dgm:t>
    </dgm:pt>
    <dgm:pt modelId="{430D523B-143F-481D-91F0-74C37681E5E9}" type="pres">
      <dgm:prSet presAssocID="{A65DFE6A-5D0E-4E3F-A7B8-C87A9339478D}" presName="textRec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C4705B0-CEC6-44E3-BED5-A70D848908B5}" type="presOf" srcId="{EF789062-25EA-4C22-A667-E0B6C3DE9CE9}" destId="{DB2B1B9F-ABDD-4B99-A8C5-35062057C71A}" srcOrd="0" destOrd="0" presId="urn:microsoft.com/office/officeart/2005/8/layout/pList1#1"/>
    <dgm:cxn modelId="{6966B69A-B510-40D7-A74E-57230856EDEC}" type="presOf" srcId="{A65DFE6A-5D0E-4E3F-A7B8-C87A9339478D}" destId="{430D523B-143F-481D-91F0-74C37681E5E9}" srcOrd="0" destOrd="0" presId="urn:microsoft.com/office/officeart/2005/8/layout/pList1#1"/>
    <dgm:cxn modelId="{6F62E36A-D806-4434-BC3F-B97EB6904609}" srcId="{EF789062-25EA-4C22-A667-E0B6C3DE9CE9}" destId="{A65DFE6A-5D0E-4E3F-A7B8-C87A9339478D}" srcOrd="0" destOrd="0" parTransId="{20BD1498-CB21-427E-BE01-9EE49C944B35}" sibTransId="{44487EEA-9117-4325-9398-641DBB141D1A}"/>
    <dgm:cxn modelId="{92F346F9-48CC-4A85-B9B3-53600300B668}" type="presParOf" srcId="{DB2B1B9F-ABDD-4B99-A8C5-35062057C71A}" destId="{64388959-3773-4E41-A2EC-0202B834784F}" srcOrd="0" destOrd="0" presId="urn:microsoft.com/office/officeart/2005/8/layout/pList1#1"/>
    <dgm:cxn modelId="{34E8FC6D-50A4-4ADD-8CCD-A1CC064629FA}" type="presParOf" srcId="{64388959-3773-4E41-A2EC-0202B834784F}" destId="{2DA1AD47-140E-48C3-9FD7-41B7B22A6E45}" srcOrd="0" destOrd="0" presId="urn:microsoft.com/office/officeart/2005/8/layout/pList1#1"/>
    <dgm:cxn modelId="{3825F293-E82A-429E-89D9-8788C3789AE4}" type="presParOf" srcId="{64388959-3773-4E41-A2EC-0202B834784F}" destId="{430D523B-143F-481D-91F0-74C37681E5E9}" srcOrd="1" destOrd="0" presId="urn:microsoft.com/office/officeart/2005/8/layout/pList1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8C87B4-B441-4482-B8FF-D082BD6FCA52}" type="doc">
      <dgm:prSet loTypeId="urn:microsoft.com/office/officeart/2005/8/layout/vList3" loCatId="list" qsTypeId="urn:microsoft.com/office/officeart/2005/8/quickstyle/simple1#2" qsCatId="simple" csTypeId="urn:microsoft.com/office/officeart/2005/8/colors/accent0_3#2" csCatId="mainScheme" phldr="1"/>
      <dgm:spPr/>
      <dgm:t>
        <a:bodyPr/>
        <a:lstStyle/>
        <a:p>
          <a:endParaRPr lang="x-none"/>
        </a:p>
      </dgm:t>
    </dgm:pt>
    <dgm:pt modelId="{F41E7D9B-8911-4442-A4E8-B744173D5DCF}">
      <dgm:prSet phldrT="[Text]" custT="1"/>
      <dgm:spPr/>
      <dgm:t>
        <a:bodyPr/>
        <a:lstStyle/>
        <a:p>
          <a:r>
            <a:rPr lang="en-GB" sz="2000" b="1" dirty="0"/>
            <a:t>HTML</a:t>
          </a:r>
          <a:endParaRPr lang="x-none" sz="2000" b="1" dirty="0"/>
        </a:p>
      </dgm:t>
    </dgm:pt>
    <dgm:pt modelId="{ECBF6A00-0747-4183-A3C4-9627DBE410F2}" type="parTrans" cxnId="{8AB8D092-5469-4440-87BE-2EC907DD72DF}">
      <dgm:prSet/>
      <dgm:spPr/>
      <dgm:t>
        <a:bodyPr/>
        <a:lstStyle/>
        <a:p>
          <a:endParaRPr lang="x-none"/>
        </a:p>
      </dgm:t>
    </dgm:pt>
    <dgm:pt modelId="{51A63508-D57D-4647-9F9B-E39C9F12CCC8}" type="sibTrans" cxnId="{8AB8D092-5469-4440-87BE-2EC907DD72DF}">
      <dgm:prSet/>
      <dgm:spPr/>
      <dgm:t>
        <a:bodyPr/>
        <a:lstStyle/>
        <a:p>
          <a:endParaRPr lang="x-none"/>
        </a:p>
      </dgm:t>
    </dgm:pt>
    <dgm:pt modelId="{5C2DFC15-9702-4591-AEC2-718814F54688}">
      <dgm:prSet phldrT="[Text]" custT="1"/>
      <dgm:spPr/>
      <dgm:t>
        <a:bodyPr/>
        <a:lstStyle/>
        <a:p>
          <a:r>
            <a:rPr lang="en-GB" sz="2000" b="1" dirty="0"/>
            <a:t>CSS</a:t>
          </a:r>
          <a:endParaRPr lang="x-none" sz="2000" b="1" dirty="0"/>
        </a:p>
      </dgm:t>
    </dgm:pt>
    <dgm:pt modelId="{8DC8DD5F-F040-412F-A6A6-FD83EB004F67}" type="parTrans" cxnId="{52C9D526-3887-40DC-9A5B-7FEF92C4A999}">
      <dgm:prSet/>
      <dgm:spPr/>
      <dgm:t>
        <a:bodyPr/>
        <a:lstStyle/>
        <a:p>
          <a:endParaRPr lang="x-none"/>
        </a:p>
      </dgm:t>
    </dgm:pt>
    <dgm:pt modelId="{86422AB3-9FD6-4AF7-9D83-F4D0649F137E}" type="sibTrans" cxnId="{52C9D526-3887-40DC-9A5B-7FEF92C4A999}">
      <dgm:prSet/>
      <dgm:spPr/>
      <dgm:t>
        <a:bodyPr/>
        <a:lstStyle/>
        <a:p>
          <a:endParaRPr lang="x-none"/>
        </a:p>
      </dgm:t>
    </dgm:pt>
    <dgm:pt modelId="{14EC366D-0625-4843-81B5-B7066152D4DF}">
      <dgm:prSet phldrT="[Text]" custT="1"/>
      <dgm:spPr/>
      <dgm:t>
        <a:bodyPr/>
        <a:lstStyle/>
        <a:p>
          <a:r>
            <a:rPr lang="en-GB" sz="2000" b="1" dirty="0"/>
            <a:t>JS</a:t>
          </a:r>
          <a:endParaRPr lang="x-none" sz="2000" b="1" dirty="0"/>
        </a:p>
      </dgm:t>
    </dgm:pt>
    <dgm:pt modelId="{3271B8B1-ABC9-41E8-A97E-4E5B9196FC02}" type="parTrans" cxnId="{6C534388-FD46-47EA-B5E8-EC75F4BE87FB}">
      <dgm:prSet/>
      <dgm:spPr/>
      <dgm:t>
        <a:bodyPr/>
        <a:lstStyle/>
        <a:p>
          <a:endParaRPr lang="x-none"/>
        </a:p>
      </dgm:t>
    </dgm:pt>
    <dgm:pt modelId="{60DDC6C4-1374-427F-9AA2-756420F375FB}" type="sibTrans" cxnId="{6C534388-FD46-47EA-B5E8-EC75F4BE87FB}">
      <dgm:prSet/>
      <dgm:spPr/>
      <dgm:t>
        <a:bodyPr/>
        <a:lstStyle/>
        <a:p>
          <a:endParaRPr lang="x-none"/>
        </a:p>
      </dgm:t>
    </dgm:pt>
    <dgm:pt modelId="{627CBD22-E6F5-45B5-9254-4B4953FDE7D6}">
      <dgm:prSet phldrT="[Text]" custT="1"/>
      <dgm:spPr/>
      <dgm:t>
        <a:bodyPr/>
        <a:lstStyle/>
        <a:p>
          <a:r>
            <a:rPr lang="en-US" sz="2000" b="1" dirty="0"/>
            <a:t>Node.js</a:t>
          </a:r>
          <a:endParaRPr lang="x-none" sz="2000" b="1" dirty="0"/>
        </a:p>
      </dgm:t>
    </dgm:pt>
    <dgm:pt modelId="{61EF1A09-1E55-4CB3-BDA0-6B2C48316346}" type="parTrans" cxnId="{28E25922-6829-4E6C-A944-E9A8FDA9D805}">
      <dgm:prSet/>
      <dgm:spPr/>
      <dgm:t>
        <a:bodyPr/>
        <a:lstStyle/>
        <a:p>
          <a:endParaRPr lang="en-US"/>
        </a:p>
      </dgm:t>
    </dgm:pt>
    <dgm:pt modelId="{AE61F156-0D2D-4AEA-9A79-7930655CC24D}" type="sibTrans" cxnId="{28E25922-6829-4E6C-A944-E9A8FDA9D805}">
      <dgm:prSet/>
      <dgm:spPr/>
      <dgm:t>
        <a:bodyPr/>
        <a:lstStyle/>
        <a:p>
          <a:endParaRPr lang="en-US"/>
        </a:p>
      </dgm:t>
    </dgm:pt>
    <dgm:pt modelId="{07DE9276-D2D9-49E3-87B8-7EC1F4BF36D0}">
      <dgm:prSet phldrT="[Text]" custT="1"/>
      <dgm:spPr/>
      <dgm:t>
        <a:bodyPr/>
        <a:lstStyle/>
        <a:p>
          <a:r>
            <a:rPr lang="en-US" sz="2000" b="1" dirty="0"/>
            <a:t>React</a:t>
          </a:r>
          <a:endParaRPr lang="x-none" sz="2000" b="1" dirty="0"/>
        </a:p>
      </dgm:t>
    </dgm:pt>
    <dgm:pt modelId="{DF4F55A7-D393-4E97-A6C1-D6D30BEC9E8F}" type="parTrans" cxnId="{6DB41EFD-4CF2-470C-A4CF-B42BE626A0FB}">
      <dgm:prSet/>
      <dgm:spPr/>
      <dgm:t>
        <a:bodyPr/>
        <a:lstStyle/>
        <a:p>
          <a:endParaRPr lang="en-US"/>
        </a:p>
      </dgm:t>
    </dgm:pt>
    <dgm:pt modelId="{7E727B44-77E1-4B09-9CC3-EDB0C96BA6E3}" type="sibTrans" cxnId="{6DB41EFD-4CF2-470C-A4CF-B42BE626A0FB}">
      <dgm:prSet/>
      <dgm:spPr/>
      <dgm:t>
        <a:bodyPr/>
        <a:lstStyle/>
        <a:p>
          <a:endParaRPr lang="en-US"/>
        </a:p>
      </dgm:t>
    </dgm:pt>
    <dgm:pt modelId="{232064FA-0711-4CF6-AF4A-C60F39B12A55}">
      <dgm:prSet phldrT="[Text]" custT="1"/>
      <dgm:spPr/>
      <dgm:t>
        <a:bodyPr/>
        <a:lstStyle/>
        <a:p>
          <a:r>
            <a:rPr lang="en-US" sz="2000" b="1" dirty="0" smtClean="0"/>
            <a:t>Mongo dB</a:t>
          </a:r>
          <a:endParaRPr lang="x-none" sz="2000" b="1" dirty="0"/>
        </a:p>
      </dgm:t>
    </dgm:pt>
    <dgm:pt modelId="{B53B8EDF-25B3-46CF-9631-604C0BBFF6BE}" type="parTrans" cxnId="{0BB9C4DE-AFD6-4AF9-9571-161A33A2A1E6}">
      <dgm:prSet/>
      <dgm:spPr/>
      <dgm:t>
        <a:bodyPr/>
        <a:lstStyle/>
        <a:p>
          <a:endParaRPr lang="en-US"/>
        </a:p>
      </dgm:t>
    </dgm:pt>
    <dgm:pt modelId="{88EC83A1-642E-4464-9839-4033F63C171E}" type="sibTrans" cxnId="{0BB9C4DE-AFD6-4AF9-9571-161A33A2A1E6}">
      <dgm:prSet/>
      <dgm:spPr/>
      <dgm:t>
        <a:bodyPr/>
        <a:lstStyle/>
        <a:p>
          <a:endParaRPr lang="en-US"/>
        </a:p>
      </dgm:t>
    </dgm:pt>
    <dgm:pt modelId="{903DA544-A2D7-4FA6-B3CE-F14F51936793}" type="pres">
      <dgm:prSet presAssocID="{EE8C87B4-B441-4482-B8FF-D082BD6FCA52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5D41E3D-212A-4064-9165-A9CADC737711}" type="pres">
      <dgm:prSet presAssocID="{F41E7D9B-8911-4442-A4E8-B744173D5DCF}" presName="composite" presStyleCnt="0"/>
      <dgm:spPr/>
    </dgm:pt>
    <dgm:pt modelId="{234E3821-A428-4075-9538-920DD37952A1}" type="pres">
      <dgm:prSet presAssocID="{F41E7D9B-8911-4442-A4E8-B744173D5DCF}" presName="imgShp" presStyleLbl="fgImgPlace1" presStyleIdx="0" presStyleCnt="6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4C4CD76C-F91D-4AD2-AF65-D9538FC02C90}" type="pres">
      <dgm:prSet presAssocID="{F41E7D9B-8911-4442-A4E8-B744173D5DCF}" presName="txShp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15CCDE-FC6D-4608-B4BC-AFBF114243EA}" type="pres">
      <dgm:prSet presAssocID="{51A63508-D57D-4647-9F9B-E39C9F12CCC8}" presName="spacing" presStyleCnt="0"/>
      <dgm:spPr/>
      <dgm:t>
        <a:bodyPr/>
        <a:lstStyle/>
        <a:p>
          <a:endParaRPr lang="en-US"/>
        </a:p>
      </dgm:t>
    </dgm:pt>
    <dgm:pt modelId="{22166968-6D1A-4DA7-9463-196FBC752ABE}" type="pres">
      <dgm:prSet presAssocID="{5C2DFC15-9702-4591-AEC2-718814F54688}" presName="composite" presStyleCnt="0"/>
      <dgm:spPr/>
    </dgm:pt>
    <dgm:pt modelId="{E11F3192-9A95-441A-B393-B655E5B2CBB4}" type="pres">
      <dgm:prSet presAssocID="{5C2DFC15-9702-4591-AEC2-718814F54688}" presName="imgShp" presStyleLbl="fgImgPlace1" presStyleIdx="1" presStyleCnt="6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23163464-C42E-4E04-A910-F31A110E7210}" type="pres">
      <dgm:prSet presAssocID="{5C2DFC15-9702-4591-AEC2-718814F54688}" presName="txShp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4F6EEB-8A6F-4374-A364-1058F06553E0}" type="pres">
      <dgm:prSet presAssocID="{86422AB3-9FD6-4AF7-9D83-F4D0649F137E}" presName="spacing" presStyleCnt="0"/>
      <dgm:spPr/>
      <dgm:t>
        <a:bodyPr/>
        <a:lstStyle/>
        <a:p>
          <a:endParaRPr lang="en-US"/>
        </a:p>
      </dgm:t>
    </dgm:pt>
    <dgm:pt modelId="{A486F411-BF1F-46E2-8F4A-3BFE01BB621D}" type="pres">
      <dgm:prSet presAssocID="{14EC366D-0625-4843-81B5-B7066152D4DF}" presName="composite" presStyleCnt="0"/>
      <dgm:spPr/>
    </dgm:pt>
    <dgm:pt modelId="{0EB36341-2184-4B77-B517-505857C095B6}" type="pres">
      <dgm:prSet presAssocID="{14EC366D-0625-4843-81B5-B7066152D4DF}" presName="imgShp" presStyleLbl="fgImgPlace1" presStyleIdx="2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  <dgm:t>
        <a:bodyPr/>
        <a:lstStyle/>
        <a:p>
          <a:endParaRPr lang="en-US"/>
        </a:p>
      </dgm:t>
    </dgm:pt>
    <dgm:pt modelId="{05B9C5A9-74AE-4E87-AD8F-3ED0BB4A77F8}" type="pres">
      <dgm:prSet presAssocID="{14EC366D-0625-4843-81B5-B7066152D4DF}" presName="txShp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CE3C5F-2A77-430A-BD4F-C89BD54DC064}" type="pres">
      <dgm:prSet presAssocID="{60DDC6C4-1374-427F-9AA2-756420F375FB}" presName="spacing" presStyleCnt="0"/>
      <dgm:spPr/>
      <dgm:t>
        <a:bodyPr/>
        <a:lstStyle/>
        <a:p>
          <a:endParaRPr lang="en-US"/>
        </a:p>
      </dgm:t>
    </dgm:pt>
    <dgm:pt modelId="{BA57A2AB-326A-492A-A4C3-AD9326214F11}" type="pres">
      <dgm:prSet presAssocID="{627CBD22-E6F5-45B5-9254-4B4953FDE7D6}" presName="composite" presStyleCnt="0"/>
      <dgm:spPr/>
    </dgm:pt>
    <dgm:pt modelId="{FB92C428-0368-4293-8E10-B951DA2D6050}" type="pres">
      <dgm:prSet presAssocID="{627CBD22-E6F5-45B5-9254-4B4953FDE7D6}" presName="imgShp" presStyleLbl="fgImgPlace1" presStyleIdx="3" presStyleCnt="6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DD9B8069-6F4A-4E11-8EE6-D0332B52A64D}" type="pres">
      <dgm:prSet presAssocID="{627CBD22-E6F5-45B5-9254-4B4953FDE7D6}" presName="txShp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22C72B-58D0-48A6-84C3-591C5348A32D}" type="pres">
      <dgm:prSet presAssocID="{AE61F156-0D2D-4AEA-9A79-7930655CC24D}" presName="spacing" presStyleCnt="0"/>
      <dgm:spPr/>
      <dgm:t>
        <a:bodyPr/>
        <a:lstStyle/>
        <a:p>
          <a:endParaRPr lang="en-US"/>
        </a:p>
      </dgm:t>
    </dgm:pt>
    <dgm:pt modelId="{A0BB74C6-C6CF-461D-B36C-5F500D2BD28F}" type="pres">
      <dgm:prSet presAssocID="{07DE9276-D2D9-49E3-87B8-7EC1F4BF36D0}" presName="composite" presStyleCnt="0"/>
      <dgm:spPr/>
    </dgm:pt>
    <dgm:pt modelId="{E4ABA830-4D9B-4BD0-B862-2B0BC786FD0A}" type="pres">
      <dgm:prSet presAssocID="{07DE9276-D2D9-49E3-87B8-7EC1F4BF36D0}" presName="imgShp" presStyleLbl="fgImgPlace1" presStyleIdx="4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" r="-5000"/>
          </a:stretch>
        </a:blipFill>
      </dgm:spPr>
      <dgm:t>
        <a:bodyPr/>
        <a:lstStyle/>
        <a:p>
          <a:endParaRPr lang="en-US"/>
        </a:p>
      </dgm:t>
    </dgm:pt>
    <dgm:pt modelId="{089C11A9-4B33-4A74-B761-A66A96EA8D1A}" type="pres">
      <dgm:prSet presAssocID="{07DE9276-D2D9-49E3-87B8-7EC1F4BF36D0}" presName="txShp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3A88588-AB76-470C-BF59-E04D25A35808}" type="pres">
      <dgm:prSet presAssocID="{7E727B44-77E1-4B09-9CC3-EDB0C96BA6E3}" presName="spacing" presStyleCnt="0"/>
      <dgm:spPr/>
      <dgm:t>
        <a:bodyPr/>
        <a:lstStyle/>
        <a:p>
          <a:endParaRPr lang="en-US"/>
        </a:p>
      </dgm:t>
    </dgm:pt>
    <dgm:pt modelId="{A24D7AFD-116A-4C32-9E39-7F05C4078FB6}" type="pres">
      <dgm:prSet presAssocID="{232064FA-0711-4CF6-AF4A-C60F39B12A55}" presName="composite" presStyleCnt="0"/>
      <dgm:spPr/>
    </dgm:pt>
    <dgm:pt modelId="{921F65E3-947C-4D23-B9A6-9D56D1B4042C}" type="pres">
      <dgm:prSet presAssocID="{232064FA-0711-4CF6-AF4A-C60F39B12A55}" presName="imgShp" presStyleLbl="fgImgPlace1" presStyleIdx="5" presStyleCnt="6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26198114-2D36-4B96-976B-EFCC4A2CB00C}" type="pres">
      <dgm:prSet presAssocID="{232064FA-0711-4CF6-AF4A-C60F39B12A55}" presName="txShp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5044FD9-2AAC-4815-95D7-57534C7E5AC0}" type="presOf" srcId="{AE61F156-0D2D-4AEA-9A79-7930655CC24D}" destId="{F722C72B-58D0-48A6-84C3-591C5348A32D}" srcOrd="0" destOrd="0" presId="urn:microsoft.com/office/officeart/2005/8/layout/vList3"/>
    <dgm:cxn modelId="{D311FABE-620D-4C6A-A32B-114B02731B1C}" type="presOf" srcId="{232064FA-0711-4CF6-AF4A-C60F39B12A55}" destId="{26198114-2D36-4B96-976B-EFCC4A2CB00C}" srcOrd="0" destOrd="0" presId="urn:microsoft.com/office/officeart/2005/8/layout/vList3"/>
    <dgm:cxn modelId="{7651B85C-4DA9-4620-A1D1-1EA3558AFC34}" type="presOf" srcId="{14EC366D-0625-4843-81B5-B7066152D4DF}" destId="{05B9C5A9-74AE-4E87-AD8F-3ED0BB4A77F8}" srcOrd="0" destOrd="0" presId="urn:microsoft.com/office/officeart/2005/8/layout/vList3"/>
    <dgm:cxn modelId="{8AB8D092-5469-4440-87BE-2EC907DD72DF}" srcId="{EE8C87B4-B441-4482-B8FF-D082BD6FCA52}" destId="{F41E7D9B-8911-4442-A4E8-B744173D5DCF}" srcOrd="0" destOrd="0" parTransId="{ECBF6A00-0747-4183-A3C4-9627DBE410F2}" sibTransId="{51A63508-D57D-4647-9F9B-E39C9F12CCC8}"/>
    <dgm:cxn modelId="{0BB9C4DE-AFD6-4AF9-9571-161A33A2A1E6}" srcId="{EE8C87B4-B441-4482-B8FF-D082BD6FCA52}" destId="{232064FA-0711-4CF6-AF4A-C60F39B12A55}" srcOrd="5" destOrd="0" parTransId="{B53B8EDF-25B3-46CF-9631-604C0BBFF6BE}" sibTransId="{88EC83A1-642E-4464-9839-4033F63C171E}"/>
    <dgm:cxn modelId="{28E25922-6829-4E6C-A944-E9A8FDA9D805}" srcId="{EE8C87B4-B441-4482-B8FF-D082BD6FCA52}" destId="{627CBD22-E6F5-45B5-9254-4B4953FDE7D6}" srcOrd="3" destOrd="0" parTransId="{61EF1A09-1E55-4CB3-BDA0-6B2C48316346}" sibTransId="{AE61F156-0D2D-4AEA-9A79-7930655CC24D}"/>
    <dgm:cxn modelId="{5A4255FD-2A86-4A25-AD80-70F08467B12F}" type="presOf" srcId="{7E727B44-77E1-4B09-9CC3-EDB0C96BA6E3}" destId="{53A88588-AB76-470C-BF59-E04D25A35808}" srcOrd="0" destOrd="0" presId="urn:microsoft.com/office/officeart/2005/8/layout/vList3"/>
    <dgm:cxn modelId="{52C9D526-3887-40DC-9A5B-7FEF92C4A999}" srcId="{EE8C87B4-B441-4482-B8FF-D082BD6FCA52}" destId="{5C2DFC15-9702-4591-AEC2-718814F54688}" srcOrd="1" destOrd="0" parTransId="{8DC8DD5F-F040-412F-A6A6-FD83EB004F67}" sibTransId="{86422AB3-9FD6-4AF7-9D83-F4D0649F137E}"/>
    <dgm:cxn modelId="{FA4FD23D-18E2-4972-865E-A8C371490146}" type="presOf" srcId="{07DE9276-D2D9-49E3-87B8-7EC1F4BF36D0}" destId="{089C11A9-4B33-4A74-B761-A66A96EA8D1A}" srcOrd="0" destOrd="0" presId="urn:microsoft.com/office/officeart/2005/8/layout/vList3"/>
    <dgm:cxn modelId="{72D5B9EE-198A-471F-91E5-CBB95BA96B37}" type="presOf" srcId="{EE8C87B4-B441-4482-B8FF-D082BD6FCA52}" destId="{903DA544-A2D7-4FA6-B3CE-F14F51936793}" srcOrd="0" destOrd="0" presId="urn:microsoft.com/office/officeart/2005/8/layout/vList3"/>
    <dgm:cxn modelId="{2917D580-0646-4592-8E61-4801897F1C60}" type="presOf" srcId="{51A63508-D57D-4647-9F9B-E39C9F12CCC8}" destId="{9615CCDE-FC6D-4608-B4BC-AFBF114243EA}" srcOrd="0" destOrd="0" presId="urn:microsoft.com/office/officeart/2005/8/layout/vList3"/>
    <dgm:cxn modelId="{6C534388-FD46-47EA-B5E8-EC75F4BE87FB}" srcId="{EE8C87B4-B441-4482-B8FF-D082BD6FCA52}" destId="{14EC366D-0625-4843-81B5-B7066152D4DF}" srcOrd="2" destOrd="0" parTransId="{3271B8B1-ABC9-41E8-A97E-4E5B9196FC02}" sibTransId="{60DDC6C4-1374-427F-9AA2-756420F375FB}"/>
    <dgm:cxn modelId="{68552AB3-C56A-48B6-90CE-EDDEFA1E6D95}" type="presOf" srcId="{627CBD22-E6F5-45B5-9254-4B4953FDE7D6}" destId="{DD9B8069-6F4A-4E11-8EE6-D0332B52A64D}" srcOrd="0" destOrd="0" presId="urn:microsoft.com/office/officeart/2005/8/layout/vList3"/>
    <dgm:cxn modelId="{0A45B51C-598F-4BD2-ACF4-7C4EF4C18141}" type="presOf" srcId="{86422AB3-9FD6-4AF7-9D83-F4D0649F137E}" destId="{614F6EEB-8A6F-4374-A364-1058F06553E0}" srcOrd="0" destOrd="0" presId="urn:microsoft.com/office/officeart/2005/8/layout/vList3"/>
    <dgm:cxn modelId="{F6B5618B-3B34-4F63-AEA4-2744473A0ADE}" type="presOf" srcId="{5C2DFC15-9702-4591-AEC2-718814F54688}" destId="{23163464-C42E-4E04-A910-F31A110E7210}" srcOrd="0" destOrd="0" presId="urn:microsoft.com/office/officeart/2005/8/layout/vList3"/>
    <dgm:cxn modelId="{39C282E9-E1B8-47BB-A67E-D6FEAE2F0D16}" type="presOf" srcId="{F41E7D9B-8911-4442-A4E8-B744173D5DCF}" destId="{4C4CD76C-F91D-4AD2-AF65-D9538FC02C90}" srcOrd="0" destOrd="0" presId="urn:microsoft.com/office/officeart/2005/8/layout/vList3"/>
    <dgm:cxn modelId="{3FD154D9-22C2-47B6-9D3E-AA32C8CFF096}" type="presOf" srcId="{60DDC6C4-1374-427F-9AA2-756420F375FB}" destId="{9ACE3C5F-2A77-430A-BD4F-C89BD54DC064}" srcOrd="0" destOrd="0" presId="urn:microsoft.com/office/officeart/2005/8/layout/vList3"/>
    <dgm:cxn modelId="{6DB41EFD-4CF2-470C-A4CF-B42BE626A0FB}" srcId="{EE8C87B4-B441-4482-B8FF-D082BD6FCA52}" destId="{07DE9276-D2D9-49E3-87B8-7EC1F4BF36D0}" srcOrd="4" destOrd="0" parTransId="{DF4F55A7-D393-4E97-A6C1-D6D30BEC9E8F}" sibTransId="{7E727B44-77E1-4B09-9CC3-EDB0C96BA6E3}"/>
    <dgm:cxn modelId="{82E017AD-0B49-4C9C-8699-05BEB22A6C80}" type="presParOf" srcId="{903DA544-A2D7-4FA6-B3CE-F14F51936793}" destId="{45D41E3D-212A-4064-9165-A9CADC737711}" srcOrd="0" destOrd="0" presId="urn:microsoft.com/office/officeart/2005/8/layout/vList3"/>
    <dgm:cxn modelId="{BC460F42-50D3-453A-A12F-A6C6014480EB}" type="presParOf" srcId="{45D41E3D-212A-4064-9165-A9CADC737711}" destId="{234E3821-A428-4075-9538-920DD37952A1}" srcOrd="0" destOrd="0" presId="urn:microsoft.com/office/officeart/2005/8/layout/vList3"/>
    <dgm:cxn modelId="{BBE5ED8F-162D-4B53-8173-458DA7DE896C}" type="presParOf" srcId="{45D41E3D-212A-4064-9165-A9CADC737711}" destId="{4C4CD76C-F91D-4AD2-AF65-D9538FC02C90}" srcOrd="1" destOrd="0" presId="urn:microsoft.com/office/officeart/2005/8/layout/vList3"/>
    <dgm:cxn modelId="{2753FAEA-6CB8-4E68-BA34-68FE64574A8E}" type="presParOf" srcId="{903DA544-A2D7-4FA6-B3CE-F14F51936793}" destId="{9615CCDE-FC6D-4608-B4BC-AFBF114243EA}" srcOrd="1" destOrd="0" presId="urn:microsoft.com/office/officeart/2005/8/layout/vList3"/>
    <dgm:cxn modelId="{9464BEBC-E62E-4546-961B-982C466E7EB7}" type="presParOf" srcId="{903DA544-A2D7-4FA6-B3CE-F14F51936793}" destId="{22166968-6D1A-4DA7-9463-196FBC752ABE}" srcOrd="2" destOrd="0" presId="urn:microsoft.com/office/officeart/2005/8/layout/vList3"/>
    <dgm:cxn modelId="{EE67B8A3-D970-483B-A8B8-2E50864F6C5C}" type="presParOf" srcId="{22166968-6D1A-4DA7-9463-196FBC752ABE}" destId="{E11F3192-9A95-441A-B393-B655E5B2CBB4}" srcOrd="0" destOrd="0" presId="urn:microsoft.com/office/officeart/2005/8/layout/vList3"/>
    <dgm:cxn modelId="{023C5C1D-0EB8-45EF-92C0-607BD3EA6F00}" type="presParOf" srcId="{22166968-6D1A-4DA7-9463-196FBC752ABE}" destId="{23163464-C42E-4E04-A910-F31A110E7210}" srcOrd="1" destOrd="0" presId="urn:microsoft.com/office/officeart/2005/8/layout/vList3"/>
    <dgm:cxn modelId="{6CBE52D5-05EF-4E22-8E9B-142C4EF44527}" type="presParOf" srcId="{903DA544-A2D7-4FA6-B3CE-F14F51936793}" destId="{614F6EEB-8A6F-4374-A364-1058F06553E0}" srcOrd="3" destOrd="0" presId="urn:microsoft.com/office/officeart/2005/8/layout/vList3"/>
    <dgm:cxn modelId="{2BC1BB75-DE13-487B-A486-EE817CB6D444}" type="presParOf" srcId="{903DA544-A2D7-4FA6-B3CE-F14F51936793}" destId="{A486F411-BF1F-46E2-8F4A-3BFE01BB621D}" srcOrd="4" destOrd="0" presId="urn:microsoft.com/office/officeart/2005/8/layout/vList3"/>
    <dgm:cxn modelId="{B0C595BA-64FE-4BB3-802A-EE0855DA5F62}" type="presParOf" srcId="{A486F411-BF1F-46E2-8F4A-3BFE01BB621D}" destId="{0EB36341-2184-4B77-B517-505857C095B6}" srcOrd="0" destOrd="0" presId="urn:microsoft.com/office/officeart/2005/8/layout/vList3"/>
    <dgm:cxn modelId="{FCFE6524-3C1E-4268-AFA7-64F3FFF7E8BA}" type="presParOf" srcId="{A486F411-BF1F-46E2-8F4A-3BFE01BB621D}" destId="{05B9C5A9-74AE-4E87-AD8F-3ED0BB4A77F8}" srcOrd="1" destOrd="0" presId="urn:microsoft.com/office/officeart/2005/8/layout/vList3"/>
    <dgm:cxn modelId="{A9A88072-CC15-4D7D-98BE-1F8EB15164CB}" type="presParOf" srcId="{903DA544-A2D7-4FA6-B3CE-F14F51936793}" destId="{9ACE3C5F-2A77-430A-BD4F-C89BD54DC064}" srcOrd="5" destOrd="0" presId="urn:microsoft.com/office/officeart/2005/8/layout/vList3"/>
    <dgm:cxn modelId="{241CB3E2-1753-4843-8173-18CBB178F7C5}" type="presParOf" srcId="{903DA544-A2D7-4FA6-B3CE-F14F51936793}" destId="{BA57A2AB-326A-492A-A4C3-AD9326214F11}" srcOrd="6" destOrd="0" presId="urn:microsoft.com/office/officeart/2005/8/layout/vList3"/>
    <dgm:cxn modelId="{283F4BDA-EA6E-4B67-A0BE-AFA3F2970144}" type="presParOf" srcId="{BA57A2AB-326A-492A-A4C3-AD9326214F11}" destId="{FB92C428-0368-4293-8E10-B951DA2D6050}" srcOrd="0" destOrd="0" presId="urn:microsoft.com/office/officeart/2005/8/layout/vList3"/>
    <dgm:cxn modelId="{2FA41AED-CF57-4EA3-9EB5-23A996D0F291}" type="presParOf" srcId="{BA57A2AB-326A-492A-A4C3-AD9326214F11}" destId="{DD9B8069-6F4A-4E11-8EE6-D0332B52A64D}" srcOrd="1" destOrd="0" presId="urn:microsoft.com/office/officeart/2005/8/layout/vList3"/>
    <dgm:cxn modelId="{4DAB04C9-0EB8-4008-BBFB-71F0CD173CEF}" type="presParOf" srcId="{903DA544-A2D7-4FA6-B3CE-F14F51936793}" destId="{F722C72B-58D0-48A6-84C3-591C5348A32D}" srcOrd="7" destOrd="0" presId="urn:microsoft.com/office/officeart/2005/8/layout/vList3"/>
    <dgm:cxn modelId="{E17FC70C-86F9-4927-9B1C-C2DB0742C748}" type="presParOf" srcId="{903DA544-A2D7-4FA6-B3CE-F14F51936793}" destId="{A0BB74C6-C6CF-461D-B36C-5F500D2BD28F}" srcOrd="8" destOrd="0" presId="urn:microsoft.com/office/officeart/2005/8/layout/vList3"/>
    <dgm:cxn modelId="{F9124F0D-9C49-4A57-90B3-A0CD6F3FB55B}" type="presParOf" srcId="{A0BB74C6-C6CF-461D-B36C-5F500D2BD28F}" destId="{E4ABA830-4D9B-4BD0-B862-2B0BC786FD0A}" srcOrd="0" destOrd="0" presId="urn:microsoft.com/office/officeart/2005/8/layout/vList3"/>
    <dgm:cxn modelId="{581142B3-EA48-4E17-A0DE-63CABFC439B5}" type="presParOf" srcId="{A0BB74C6-C6CF-461D-B36C-5F500D2BD28F}" destId="{089C11A9-4B33-4A74-B761-A66A96EA8D1A}" srcOrd="1" destOrd="0" presId="urn:microsoft.com/office/officeart/2005/8/layout/vList3"/>
    <dgm:cxn modelId="{E5A82FC2-6E5B-499C-9CA4-15B04573DED9}" type="presParOf" srcId="{903DA544-A2D7-4FA6-B3CE-F14F51936793}" destId="{53A88588-AB76-470C-BF59-E04D25A35808}" srcOrd="9" destOrd="0" presId="urn:microsoft.com/office/officeart/2005/8/layout/vList3"/>
    <dgm:cxn modelId="{655AC6B5-8BA4-4A67-BD9A-938503E655DA}" type="presParOf" srcId="{903DA544-A2D7-4FA6-B3CE-F14F51936793}" destId="{A24D7AFD-116A-4C32-9E39-7F05C4078FB6}" srcOrd="10" destOrd="0" presId="urn:microsoft.com/office/officeart/2005/8/layout/vList3"/>
    <dgm:cxn modelId="{B6F9A535-12D2-4CFD-8B61-311D6D5C12C0}" type="presParOf" srcId="{A24D7AFD-116A-4C32-9E39-7F05C4078FB6}" destId="{921F65E3-947C-4D23-B9A6-9D56D1B4042C}" srcOrd="0" destOrd="0" presId="urn:microsoft.com/office/officeart/2005/8/layout/vList3"/>
    <dgm:cxn modelId="{9FCA29A1-9F6B-4575-8EFD-7341B58F4FB2}" type="presParOf" srcId="{A24D7AFD-116A-4C32-9E39-7F05C4078FB6}" destId="{26198114-2D36-4B96-976B-EFCC4A2CB00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03A5115-6F20-41AF-8052-8A98967C1D66}" type="doc">
      <dgm:prSet loTypeId="urn:microsoft.com/office/officeart/2005/8/layout/vList3" loCatId="list" qsTypeId="urn:microsoft.com/office/officeart/2005/8/quickstyle/simple1#1" qsCatId="simple" csTypeId="urn:microsoft.com/office/officeart/2005/8/colors/accent0_3#1" csCatId="mainScheme" phldr="1"/>
      <dgm:spPr/>
      <dgm:t>
        <a:bodyPr/>
        <a:lstStyle/>
        <a:p>
          <a:endParaRPr lang="x-none"/>
        </a:p>
      </dgm:t>
    </dgm:pt>
    <dgm:pt modelId="{6BA51F38-F882-4E58-8594-2396FF51824C}">
      <dgm:prSet phldrT="[Text]" custT="1"/>
      <dgm:spPr/>
      <dgm:t>
        <a:bodyPr/>
        <a:lstStyle/>
        <a:p>
          <a:r>
            <a:rPr lang="en-GB" sz="2900" b="1" dirty="0"/>
            <a:t> </a:t>
          </a:r>
          <a:r>
            <a:rPr lang="en-GB" sz="2000" b="1" dirty="0"/>
            <a:t>MS Word</a:t>
          </a:r>
          <a:endParaRPr lang="x-none" sz="2000" b="1" dirty="0"/>
        </a:p>
      </dgm:t>
    </dgm:pt>
    <dgm:pt modelId="{18CC64EF-B808-4A54-890A-86699C104444}" type="parTrans" cxnId="{B24FAE6F-6646-4C60-AC77-C90B658FB421}">
      <dgm:prSet/>
      <dgm:spPr/>
      <dgm:t>
        <a:bodyPr/>
        <a:lstStyle/>
        <a:p>
          <a:endParaRPr lang="x-none"/>
        </a:p>
      </dgm:t>
    </dgm:pt>
    <dgm:pt modelId="{0C6D9CD4-AAA8-44A1-81DD-2D255629D3DF}" type="sibTrans" cxnId="{B24FAE6F-6646-4C60-AC77-C90B658FB421}">
      <dgm:prSet/>
      <dgm:spPr/>
      <dgm:t>
        <a:bodyPr/>
        <a:lstStyle/>
        <a:p>
          <a:endParaRPr lang="x-none"/>
        </a:p>
      </dgm:t>
    </dgm:pt>
    <dgm:pt modelId="{8C0BB4AC-4EFC-467A-BFA8-81761ECE5B3F}">
      <dgm:prSet custT="1"/>
      <dgm:spPr/>
      <dgm:t>
        <a:bodyPr/>
        <a:lstStyle/>
        <a:p>
          <a:r>
            <a:rPr lang="en-GB" sz="2900" b="1" dirty="0"/>
            <a:t> </a:t>
          </a:r>
          <a:r>
            <a:rPr lang="en-GB" sz="2000" b="1" dirty="0"/>
            <a:t>Draw.io</a:t>
          </a:r>
          <a:endParaRPr lang="x-none" sz="2000" b="1" dirty="0"/>
        </a:p>
      </dgm:t>
    </dgm:pt>
    <dgm:pt modelId="{4A3392F1-E7C4-4847-B11E-CFE6CEF868FA}" type="parTrans" cxnId="{E7F685B1-9921-40B3-BDAE-A35315978330}">
      <dgm:prSet/>
      <dgm:spPr/>
      <dgm:t>
        <a:bodyPr/>
        <a:lstStyle/>
        <a:p>
          <a:endParaRPr lang="x-none"/>
        </a:p>
      </dgm:t>
    </dgm:pt>
    <dgm:pt modelId="{10278116-17DD-46D9-9580-8092AB60D383}" type="sibTrans" cxnId="{E7F685B1-9921-40B3-BDAE-A35315978330}">
      <dgm:prSet/>
      <dgm:spPr/>
      <dgm:t>
        <a:bodyPr/>
        <a:lstStyle/>
        <a:p>
          <a:endParaRPr lang="x-none"/>
        </a:p>
      </dgm:t>
    </dgm:pt>
    <dgm:pt modelId="{EF4A086E-727F-4DD6-BBCC-A6D8AC68D6F9}">
      <dgm:prSet phldrT="[Text]" custT="1"/>
      <dgm:spPr/>
      <dgm:t>
        <a:bodyPr/>
        <a:lstStyle/>
        <a:p>
          <a:r>
            <a:rPr lang="en-GB" sz="2000" b="1" dirty="0"/>
            <a:t>Visual Studio </a:t>
          </a:r>
          <a:endParaRPr lang="x-none" sz="2000" b="1" dirty="0"/>
        </a:p>
      </dgm:t>
    </dgm:pt>
    <dgm:pt modelId="{B12A1BFD-739B-4588-AF6C-3922AA50A919}" type="parTrans" cxnId="{6804A811-00F5-4B48-B162-E9F9D22FA6A8}">
      <dgm:prSet/>
      <dgm:spPr/>
      <dgm:t>
        <a:bodyPr/>
        <a:lstStyle/>
        <a:p>
          <a:endParaRPr lang="x-none"/>
        </a:p>
      </dgm:t>
    </dgm:pt>
    <dgm:pt modelId="{7AC42160-EFB1-4A04-AAB8-CC07ED0EFEDE}" type="sibTrans" cxnId="{6804A811-00F5-4B48-B162-E9F9D22FA6A8}">
      <dgm:prSet/>
      <dgm:spPr/>
      <dgm:t>
        <a:bodyPr/>
        <a:lstStyle/>
        <a:p>
          <a:endParaRPr lang="x-none"/>
        </a:p>
      </dgm:t>
    </dgm:pt>
    <dgm:pt modelId="{876562B3-956F-4A1F-AEF1-3982F9D97F8B}">
      <dgm:prSet phldrT="[Text]" custT="1"/>
      <dgm:spPr/>
      <dgm:t>
        <a:bodyPr/>
        <a:lstStyle/>
        <a:p>
          <a:r>
            <a:rPr lang="en-US" sz="2000" b="1" dirty="0"/>
            <a:t>Postman</a:t>
          </a:r>
          <a:endParaRPr lang="x-none" sz="2000" b="1" dirty="0"/>
        </a:p>
      </dgm:t>
    </dgm:pt>
    <dgm:pt modelId="{767440BB-80FE-40AC-B275-0055EBF2B5ED}" type="parTrans" cxnId="{BF9C16D6-1CAA-4537-AE77-9FC04724E6F7}">
      <dgm:prSet/>
      <dgm:spPr/>
      <dgm:t>
        <a:bodyPr/>
        <a:lstStyle/>
        <a:p>
          <a:endParaRPr lang="x-none"/>
        </a:p>
      </dgm:t>
    </dgm:pt>
    <dgm:pt modelId="{17D0B5E0-2DB0-45BE-9282-18F61DCD57E4}" type="sibTrans" cxnId="{BF9C16D6-1CAA-4537-AE77-9FC04724E6F7}">
      <dgm:prSet/>
      <dgm:spPr/>
      <dgm:t>
        <a:bodyPr/>
        <a:lstStyle/>
        <a:p>
          <a:endParaRPr lang="x-none"/>
        </a:p>
      </dgm:t>
    </dgm:pt>
    <dgm:pt modelId="{03E70B60-5EBA-4D68-9546-A4B157399A7A}" type="pres">
      <dgm:prSet presAssocID="{603A5115-6F20-41AF-8052-8A98967C1D66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34DE234-1993-4E0C-9D69-F501C60D2FBA}" type="pres">
      <dgm:prSet presAssocID="{6BA51F38-F882-4E58-8594-2396FF51824C}" presName="composite" presStyleCnt="0"/>
      <dgm:spPr/>
    </dgm:pt>
    <dgm:pt modelId="{E223B0D1-7583-404B-9F70-70C9D2BB1AA6}" type="pres">
      <dgm:prSet presAssocID="{6BA51F38-F882-4E58-8594-2396FF51824C}" presName="imgShp" presStyleLbl="fgImgPlac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t>
        <a:bodyPr/>
        <a:lstStyle/>
        <a:p>
          <a:endParaRPr lang="en-US"/>
        </a:p>
      </dgm:t>
    </dgm:pt>
    <dgm:pt modelId="{B6CF8C31-CB93-49BB-953D-AA1E20067E43}" type="pres">
      <dgm:prSet presAssocID="{6BA51F38-F882-4E58-8594-2396FF51824C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0726075-A7A6-45E2-9F14-563495A51FBA}" type="pres">
      <dgm:prSet presAssocID="{0C6D9CD4-AAA8-44A1-81DD-2D255629D3DF}" presName="spacing" presStyleCnt="0"/>
      <dgm:spPr/>
      <dgm:t>
        <a:bodyPr/>
        <a:lstStyle/>
        <a:p>
          <a:endParaRPr lang="en-US"/>
        </a:p>
      </dgm:t>
    </dgm:pt>
    <dgm:pt modelId="{87AB6F82-D274-4A4C-8D49-B3BB25D47D78}" type="pres">
      <dgm:prSet presAssocID="{8C0BB4AC-4EFC-467A-BFA8-81761ECE5B3F}" presName="composite" presStyleCnt="0"/>
      <dgm:spPr/>
    </dgm:pt>
    <dgm:pt modelId="{1C4E5D65-6897-4E6C-B4F8-F5EB261E32C6}" type="pres">
      <dgm:prSet presAssocID="{8C0BB4AC-4EFC-467A-BFA8-81761ECE5B3F}" presName="imgShp" presStyleLbl="fgImgPlace1" presStyleIdx="1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C28A1FF7-F71A-4F27-835E-06783792E222}" type="pres">
      <dgm:prSet presAssocID="{8C0BB4AC-4EFC-467A-BFA8-81761ECE5B3F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B50FE-1D54-439E-AAA4-FD8BF61E5857}" type="pres">
      <dgm:prSet presAssocID="{10278116-17DD-46D9-9580-8092AB60D383}" presName="spacing" presStyleCnt="0"/>
      <dgm:spPr/>
      <dgm:t>
        <a:bodyPr/>
        <a:lstStyle/>
        <a:p>
          <a:endParaRPr lang="en-US"/>
        </a:p>
      </dgm:t>
    </dgm:pt>
    <dgm:pt modelId="{EAF664F6-158E-4292-BD92-DFC1B59BFA15}" type="pres">
      <dgm:prSet presAssocID="{EF4A086E-727F-4DD6-BBCC-A6D8AC68D6F9}" presName="composite" presStyleCnt="0"/>
      <dgm:spPr/>
    </dgm:pt>
    <dgm:pt modelId="{67C6D0DF-7B47-47E4-922B-30676A7E97D9}" type="pres">
      <dgm:prSet presAssocID="{EF4A086E-727F-4DD6-BBCC-A6D8AC68D6F9}" presName="imgShp" presStyleLbl="fgImgPlac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FEDA4F27-BF02-4615-9263-26B94279971F}" type="pres">
      <dgm:prSet presAssocID="{EF4A086E-727F-4DD6-BBCC-A6D8AC68D6F9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8D56D9-35EE-4399-B062-4CCC0AC270CD}" type="pres">
      <dgm:prSet presAssocID="{7AC42160-EFB1-4A04-AAB8-CC07ED0EFEDE}" presName="spacing" presStyleCnt="0"/>
      <dgm:spPr/>
      <dgm:t>
        <a:bodyPr/>
        <a:lstStyle/>
        <a:p>
          <a:endParaRPr lang="en-US"/>
        </a:p>
      </dgm:t>
    </dgm:pt>
    <dgm:pt modelId="{43C3EEBB-D7D6-4C26-BAD2-5F81BABA5474}" type="pres">
      <dgm:prSet presAssocID="{876562B3-956F-4A1F-AEF1-3982F9D97F8B}" presName="composite" presStyleCnt="0"/>
      <dgm:spPr/>
    </dgm:pt>
    <dgm:pt modelId="{7D541E33-5B28-4B8A-850F-B24D10B64324}" type="pres">
      <dgm:prSet presAssocID="{876562B3-956F-4A1F-AEF1-3982F9D97F8B}" presName="imgShp" presStyleLbl="fgImgPlace1" presStyleIdx="3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9648D326-F97C-4C20-9FB7-ECD5604AAD12}" type="pres">
      <dgm:prSet presAssocID="{876562B3-956F-4A1F-AEF1-3982F9D97F8B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9EBCA26-0D1A-44A4-A265-A1DE1D33AD21}" type="presOf" srcId="{EF4A086E-727F-4DD6-BBCC-A6D8AC68D6F9}" destId="{FEDA4F27-BF02-4615-9263-26B94279971F}" srcOrd="0" destOrd="0" presId="urn:microsoft.com/office/officeart/2005/8/layout/vList3"/>
    <dgm:cxn modelId="{6596633F-1827-4781-B2D3-CEBCA71156D0}" type="presOf" srcId="{6BA51F38-F882-4E58-8594-2396FF51824C}" destId="{B6CF8C31-CB93-49BB-953D-AA1E20067E43}" srcOrd="0" destOrd="0" presId="urn:microsoft.com/office/officeart/2005/8/layout/vList3"/>
    <dgm:cxn modelId="{CC06EB1C-6819-4125-BF47-3DC7AD0F7459}" type="presOf" srcId="{8C0BB4AC-4EFC-467A-BFA8-81761ECE5B3F}" destId="{C28A1FF7-F71A-4F27-835E-06783792E222}" srcOrd="0" destOrd="0" presId="urn:microsoft.com/office/officeart/2005/8/layout/vList3"/>
    <dgm:cxn modelId="{87EB2518-578F-49F2-907F-9890C39234FA}" type="presOf" srcId="{876562B3-956F-4A1F-AEF1-3982F9D97F8B}" destId="{9648D326-F97C-4C20-9FB7-ECD5604AAD12}" srcOrd="0" destOrd="0" presId="urn:microsoft.com/office/officeart/2005/8/layout/vList3"/>
    <dgm:cxn modelId="{6804A811-00F5-4B48-B162-E9F9D22FA6A8}" srcId="{603A5115-6F20-41AF-8052-8A98967C1D66}" destId="{EF4A086E-727F-4DD6-BBCC-A6D8AC68D6F9}" srcOrd="2" destOrd="0" parTransId="{B12A1BFD-739B-4588-AF6C-3922AA50A919}" sibTransId="{7AC42160-EFB1-4A04-AAB8-CC07ED0EFEDE}"/>
    <dgm:cxn modelId="{ACE9DB07-3D04-4572-8F2B-F3C164343B74}" type="presOf" srcId="{7AC42160-EFB1-4A04-AAB8-CC07ED0EFEDE}" destId="{EF8D56D9-35EE-4399-B062-4CCC0AC270CD}" srcOrd="0" destOrd="0" presId="urn:microsoft.com/office/officeart/2005/8/layout/vList3"/>
    <dgm:cxn modelId="{B24FAE6F-6646-4C60-AC77-C90B658FB421}" srcId="{603A5115-6F20-41AF-8052-8A98967C1D66}" destId="{6BA51F38-F882-4E58-8594-2396FF51824C}" srcOrd="0" destOrd="0" parTransId="{18CC64EF-B808-4A54-890A-86699C104444}" sibTransId="{0C6D9CD4-AAA8-44A1-81DD-2D255629D3DF}"/>
    <dgm:cxn modelId="{F684C0B3-9DFE-4DB5-BA6C-D69A47FEFD9B}" type="presOf" srcId="{603A5115-6F20-41AF-8052-8A98967C1D66}" destId="{03E70B60-5EBA-4D68-9546-A4B157399A7A}" srcOrd="0" destOrd="0" presId="urn:microsoft.com/office/officeart/2005/8/layout/vList3"/>
    <dgm:cxn modelId="{E7F685B1-9921-40B3-BDAE-A35315978330}" srcId="{603A5115-6F20-41AF-8052-8A98967C1D66}" destId="{8C0BB4AC-4EFC-467A-BFA8-81761ECE5B3F}" srcOrd="1" destOrd="0" parTransId="{4A3392F1-E7C4-4847-B11E-CFE6CEF868FA}" sibTransId="{10278116-17DD-46D9-9580-8092AB60D383}"/>
    <dgm:cxn modelId="{BF9C16D6-1CAA-4537-AE77-9FC04724E6F7}" srcId="{603A5115-6F20-41AF-8052-8A98967C1D66}" destId="{876562B3-956F-4A1F-AEF1-3982F9D97F8B}" srcOrd="3" destOrd="0" parTransId="{767440BB-80FE-40AC-B275-0055EBF2B5ED}" sibTransId="{17D0B5E0-2DB0-45BE-9282-18F61DCD57E4}"/>
    <dgm:cxn modelId="{FC5F9C0B-FCD1-4B29-B6B9-EEB472AF9EAB}" type="presOf" srcId="{10278116-17DD-46D9-9580-8092AB60D383}" destId="{2F7B50FE-1D54-439E-AAA4-FD8BF61E5857}" srcOrd="0" destOrd="0" presId="urn:microsoft.com/office/officeart/2005/8/layout/vList3"/>
    <dgm:cxn modelId="{23C631BA-E54A-4AFA-9072-A6F12EBA6E16}" type="presOf" srcId="{0C6D9CD4-AAA8-44A1-81DD-2D255629D3DF}" destId="{F0726075-A7A6-45E2-9F14-563495A51FBA}" srcOrd="0" destOrd="0" presId="urn:microsoft.com/office/officeart/2005/8/layout/vList3"/>
    <dgm:cxn modelId="{E93DE532-DEAC-4F38-AEE8-BC1D6DEBFBF3}" type="presParOf" srcId="{03E70B60-5EBA-4D68-9546-A4B157399A7A}" destId="{834DE234-1993-4E0C-9D69-F501C60D2FBA}" srcOrd="0" destOrd="0" presId="urn:microsoft.com/office/officeart/2005/8/layout/vList3"/>
    <dgm:cxn modelId="{8FA572AE-D95D-4142-8948-253754B79905}" type="presParOf" srcId="{834DE234-1993-4E0C-9D69-F501C60D2FBA}" destId="{E223B0D1-7583-404B-9F70-70C9D2BB1AA6}" srcOrd="0" destOrd="0" presId="urn:microsoft.com/office/officeart/2005/8/layout/vList3"/>
    <dgm:cxn modelId="{529A47D8-8B1E-409A-9DB0-C38FF801195F}" type="presParOf" srcId="{834DE234-1993-4E0C-9D69-F501C60D2FBA}" destId="{B6CF8C31-CB93-49BB-953D-AA1E20067E43}" srcOrd="1" destOrd="0" presId="urn:microsoft.com/office/officeart/2005/8/layout/vList3"/>
    <dgm:cxn modelId="{E32586D3-F23A-475F-988F-06931CD7524A}" type="presParOf" srcId="{03E70B60-5EBA-4D68-9546-A4B157399A7A}" destId="{F0726075-A7A6-45E2-9F14-563495A51FBA}" srcOrd="1" destOrd="0" presId="urn:microsoft.com/office/officeart/2005/8/layout/vList3"/>
    <dgm:cxn modelId="{C17BC69D-3220-4237-BB12-14372A4BAA09}" type="presParOf" srcId="{03E70B60-5EBA-4D68-9546-A4B157399A7A}" destId="{87AB6F82-D274-4A4C-8D49-B3BB25D47D78}" srcOrd="2" destOrd="0" presId="urn:microsoft.com/office/officeart/2005/8/layout/vList3"/>
    <dgm:cxn modelId="{90EA28FF-ADCA-4773-88A8-91E7414F409C}" type="presParOf" srcId="{87AB6F82-D274-4A4C-8D49-B3BB25D47D78}" destId="{1C4E5D65-6897-4E6C-B4F8-F5EB261E32C6}" srcOrd="0" destOrd="0" presId="urn:microsoft.com/office/officeart/2005/8/layout/vList3"/>
    <dgm:cxn modelId="{1538B89D-16DB-4CD7-9AF2-0FFA033F22DC}" type="presParOf" srcId="{87AB6F82-D274-4A4C-8D49-B3BB25D47D78}" destId="{C28A1FF7-F71A-4F27-835E-06783792E222}" srcOrd="1" destOrd="0" presId="urn:microsoft.com/office/officeart/2005/8/layout/vList3"/>
    <dgm:cxn modelId="{D05E3297-A3B2-4CBF-833F-3995AEE9E152}" type="presParOf" srcId="{03E70B60-5EBA-4D68-9546-A4B157399A7A}" destId="{2F7B50FE-1D54-439E-AAA4-FD8BF61E5857}" srcOrd="3" destOrd="0" presId="urn:microsoft.com/office/officeart/2005/8/layout/vList3"/>
    <dgm:cxn modelId="{CEBB8921-0381-44F6-878F-3A8244619623}" type="presParOf" srcId="{03E70B60-5EBA-4D68-9546-A4B157399A7A}" destId="{EAF664F6-158E-4292-BD92-DFC1B59BFA15}" srcOrd="4" destOrd="0" presId="urn:microsoft.com/office/officeart/2005/8/layout/vList3"/>
    <dgm:cxn modelId="{21C888CD-56ED-4692-AC0F-A482ADE44AD6}" type="presParOf" srcId="{EAF664F6-158E-4292-BD92-DFC1B59BFA15}" destId="{67C6D0DF-7B47-47E4-922B-30676A7E97D9}" srcOrd="0" destOrd="0" presId="urn:microsoft.com/office/officeart/2005/8/layout/vList3"/>
    <dgm:cxn modelId="{71C3CB36-977E-4BA0-AD99-C7C8ABEFB925}" type="presParOf" srcId="{EAF664F6-158E-4292-BD92-DFC1B59BFA15}" destId="{FEDA4F27-BF02-4615-9263-26B94279971F}" srcOrd="1" destOrd="0" presId="urn:microsoft.com/office/officeart/2005/8/layout/vList3"/>
    <dgm:cxn modelId="{94B6EC6F-030F-4B97-9371-F3E7CB0717EA}" type="presParOf" srcId="{03E70B60-5EBA-4D68-9546-A4B157399A7A}" destId="{EF8D56D9-35EE-4399-B062-4CCC0AC270CD}" srcOrd="5" destOrd="0" presId="urn:microsoft.com/office/officeart/2005/8/layout/vList3"/>
    <dgm:cxn modelId="{0B6DCE21-160B-41A0-8F2E-58454F8BA224}" type="presParOf" srcId="{03E70B60-5EBA-4D68-9546-A4B157399A7A}" destId="{43C3EEBB-D7D6-4C26-BAD2-5F81BABA5474}" srcOrd="6" destOrd="0" presId="urn:microsoft.com/office/officeart/2005/8/layout/vList3"/>
    <dgm:cxn modelId="{63DD45DD-D72F-4F7B-87EE-8AC90F973355}" type="presParOf" srcId="{43C3EEBB-D7D6-4C26-BAD2-5F81BABA5474}" destId="{7D541E33-5B28-4B8A-850F-B24D10B64324}" srcOrd="0" destOrd="0" presId="urn:microsoft.com/office/officeart/2005/8/layout/vList3"/>
    <dgm:cxn modelId="{A35D8C96-5388-4F05-9F86-BAF89CB21847}" type="presParOf" srcId="{43C3EEBB-D7D6-4C26-BAD2-5F81BABA5474}" destId="{9648D326-F97C-4C20-9FB7-ECD5604AAD12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20CA5C4-75B2-445A-B19A-6C6D86541EA5}" type="doc">
      <dgm:prSet loTypeId="urn:microsoft.com/office/officeart/2005/8/layout/vList2#1" loCatId="list" qsTypeId="urn:microsoft.com/office/officeart/2005/8/quickstyle/3d2#1" qsCatId="3D" csTypeId="urn:microsoft.com/office/officeart/2005/8/colors/colorful4#1" csCatId="colorful" phldr="1"/>
      <dgm:spPr/>
      <dgm:t>
        <a:bodyPr/>
        <a:lstStyle/>
        <a:p>
          <a:endParaRPr lang="en-US"/>
        </a:p>
      </dgm:t>
    </dgm:pt>
    <dgm:pt modelId="{AE9B898F-C993-4649-B30D-B9D93FB84591}">
      <dgm:prSet custT="1"/>
      <dgm:spPr/>
      <dgm:t>
        <a:bodyPr/>
        <a:lstStyle/>
        <a:p>
          <a:pPr rtl="0"/>
          <a:r>
            <a:rPr lang="en-US" sz="2400" b="1" i="0" baseline="0" dirty="0"/>
            <a:t>Component-based development for modular UI </a:t>
          </a:r>
          <a:endParaRPr lang="en-US" sz="2400" b="1" i="0" baseline="0" dirty="0" smtClean="0"/>
        </a:p>
      </dgm:t>
    </dgm:pt>
    <dgm:pt modelId="{9F1E3408-9155-4DA0-B47F-423161E7BDAA}" type="parTrans" cxnId="{04B9C827-6B62-4436-BB68-34F0EFAAEA40}">
      <dgm:prSet/>
      <dgm:spPr/>
      <dgm:t>
        <a:bodyPr/>
        <a:lstStyle/>
        <a:p>
          <a:endParaRPr lang="en-US"/>
        </a:p>
      </dgm:t>
    </dgm:pt>
    <dgm:pt modelId="{29ABBBA3-AF71-4543-B49F-2049762FDE35}" type="sibTrans" cxnId="{04B9C827-6B62-4436-BB68-34F0EFAAEA40}">
      <dgm:prSet/>
      <dgm:spPr/>
      <dgm:t>
        <a:bodyPr/>
        <a:lstStyle/>
        <a:p>
          <a:endParaRPr lang="en-US"/>
        </a:p>
      </dgm:t>
    </dgm:pt>
    <dgm:pt modelId="{1D2D03B3-CB09-4940-8639-81A8B6D10A02}">
      <dgm:prSet custT="1"/>
      <dgm:spPr/>
      <dgm:t>
        <a:bodyPr/>
        <a:lstStyle/>
        <a:p>
          <a:pPr rtl="0"/>
          <a:r>
            <a:rPr lang="en-US" sz="2400" b="1" i="0" baseline="0" dirty="0"/>
            <a:t>Isolated API calls using dedicated service files</a:t>
          </a:r>
          <a:endParaRPr lang="en-US" sz="2400" b="1" dirty="0"/>
        </a:p>
      </dgm:t>
    </dgm:pt>
    <dgm:pt modelId="{EFF6946E-54CF-4C33-A17B-32BA6D3EAC7F}" type="parTrans" cxnId="{192832AF-F1E6-48D2-B2F5-7E8DD36CF3F9}">
      <dgm:prSet/>
      <dgm:spPr/>
      <dgm:t>
        <a:bodyPr/>
        <a:lstStyle/>
        <a:p>
          <a:endParaRPr lang="en-US"/>
        </a:p>
      </dgm:t>
    </dgm:pt>
    <dgm:pt modelId="{934A7B68-26A1-4537-B5F4-3B96BC85F8F9}" type="sibTrans" cxnId="{192832AF-F1E6-48D2-B2F5-7E8DD36CF3F9}">
      <dgm:prSet/>
      <dgm:spPr/>
      <dgm:t>
        <a:bodyPr/>
        <a:lstStyle/>
        <a:p>
          <a:endParaRPr lang="en-US"/>
        </a:p>
      </dgm:t>
    </dgm:pt>
    <dgm:pt modelId="{F4E41E2C-1D0F-4502-A36A-F993071A695F}">
      <dgm:prSet custT="1"/>
      <dgm:spPr/>
      <dgm:t>
        <a:bodyPr/>
        <a:lstStyle/>
        <a:p>
          <a:pPr rtl="0"/>
          <a:r>
            <a:rPr lang="en-US" sz="2400" b="1" i="0" baseline="0" dirty="0"/>
            <a:t>Separate controllers for each business logic block</a:t>
          </a:r>
          <a:endParaRPr lang="en-US" sz="2400" b="1" dirty="0"/>
        </a:p>
      </dgm:t>
    </dgm:pt>
    <dgm:pt modelId="{D8977B54-ECBB-40D7-8AAC-CC58BE81A6F4}" type="parTrans" cxnId="{62DF2796-50BC-417E-B159-9E59B0DABF5B}">
      <dgm:prSet/>
      <dgm:spPr/>
      <dgm:t>
        <a:bodyPr/>
        <a:lstStyle/>
        <a:p>
          <a:endParaRPr lang="en-US"/>
        </a:p>
      </dgm:t>
    </dgm:pt>
    <dgm:pt modelId="{ADFD6D8F-CEED-4B69-813E-99336C24B008}" type="sibTrans" cxnId="{62DF2796-50BC-417E-B159-9E59B0DABF5B}">
      <dgm:prSet/>
      <dgm:spPr/>
      <dgm:t>
        <a:bodyPr/>
        <a:lstStyle/>
        <a:p>
          <a:endParaRPr lang="en-US"/>
        </a:p>
      </dgm:t>
    </dgm:pt>
    <dgm:pt modelId="{EF471BCA-B6A9-4CD9-B4F2-BBBB3CCCD634}" type="pres">
      <dgm:prSet presAssocID="{C20CA5C4-75B2-445A-B19A-6C6D86541EA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97D4B4A-E069-44A2-BCDB-7A8077C4BB51}" type="pres">
      <dgm:prSet presAssocID="{AE9B898F-C993-4649-B30D-B9D93FB84591}" presName="parentText" presStyleLbl="node1" presStyleIdx="0" presStyleCnt="3" custLinFactNeighborY="4312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7DF1DAC-EB07-4320-99B6-C13E2D4AA488}" type="pres">
      <dgm:prSet presAssocID="{29ABBBA3-AF71-4543-B49F-2049762FDE35}" presName="spacer" presStyleCnt="0"/>
      <dgm:spPr/>
    </dgm:pt>
    <dgm:pt modelId="{2DDA8B40-291F-4869-8EAB-854E65A585EA}" type="pres">
      <dgm:prSet presAssocID="{1D2D03B3-CB09-4940-8639-81A8B6D10A02}" presName="parentText" presStyleLbl="node1" presStyleIdx="1" presStyleCnt="3" custLinFactNeighborY="3395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E750C91-9D08-49C9-A09E-16E5845A71AE}" type="pres">
      <dgm:prSet presAssocID="{934A7B68-26A1-4537-B5F4-3B96BC85F8F9}" presName="spacer" presStyleCnt="0"/>
      <dgm:spPr/>
    </dgm:pt>
    <dgm:pt modelId="{254C6AED-1997-4BB0-B998-DA98FAD65AC2}" type="pres">
      <dgm:prSet presAssocID="{F4E41E2C-1D0F-4502-A36A-F993071A695F}" presName="parentText" presStyleLbl="node1" presStyleIdx="2" presStyleCnt="3" custLinFactNeighborY="2479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E83198F-871D-4785-9E74-ABBC21DE79A8}" type="presOf" srcId="{AE9B898F-C993-4649-B30D-B9D93FB84591}" destId="{797D4B4A-E069-44A2-BCDB-7A8077C4BB51}" srcOrd="0" destOrd="0" presId="urn:microsoft.com/office/officeart/2005/8/layout/vList2#1"/>
    <dgm:cxn modelId="{2646A0E9-E96B-4762-867B-049032E60CBA}" type="presOf" srcId="{F4E41E2C-1D0F-4502-A36A-F993071A695F}" destId="{254C6AED-1997-4BB0-B998-DA98FAD65AC2}" srcOrd="0" destOrd="0" presId="urn:microsoft.com/office/officeart/2005/8/layout/vList2#1"/>
    <dgm:cxn modelId="{04B9C827-6B62-4436-BB68-34F0EFAAEA40}" srcId="{C20CA5C4-75B2-445A-B19A-6C6D86541EA5}" destId="{AE9B898F-C993-4649-B30D-B9D93FB84591}" srcOrd="0" destOrd="0" parTransId="{9F1E3408-9155-4DA0-B47F-423161E7BDAA}" sibTransId="{29ABBBA3-AF71-4543-B49F-2049762FDE35}"/>
    <dgm:cxn modelId="{62DF2796-50BC-417E-B159-9E59B0DABF5B}" srcId="{C20CA5C4-75B2-445A-B19A-6C6D86541EA5}" destId="{F4E41E2C-1D0F-4502-A36A-F993071A695F}" srcOrd="2" destOrd="0" parTransId="{D8977B54-ECBB-40D7-8AAC-CC58BE81A6F4}" sibTransId="{ADFD6D8F-CEED-4B69-813E-99336C24B008}"/>
    <dgm:cxn modelId="{192832AF-F1E6-48D2-B2F5-7E8DD36CF3F9}" srcId="{C20CA5C4-75B2-445A-B19A-6C6D86541EA5}" destId="{1D2D03B3-CB09-4940-8639-81A8B6D10A02}" srcOrd="1" destOrd="0" parTransId="{EFF6946E-54CF-4C33-A17B-32BA6D3EAC7F}" sibTransId="{934A7B68-26A1-4537-B5F4-3B96BC85F8F9}"/>
    <dgm:cxn modelId="{C5EE7A14-E644-4173-AB75-52AFB390096A}" type="presOf" srcId="{C20CA5C4-75B2-445A-B19A-6C6D86541EA5}" destId="{EF471BCA-B6A9-4CD9-B4F2-BBBB3CCCD634}" srcOrd="0" destOrd="0" presId="urn:microsoft.com/office/officeart/2005/8/layout/vList2#1"/>
    <dgm:cxn modelId="{D997D0CA-AEEB-41C3-AD05-CC610F891E04}" type="presOf" srcId="{1D2D03B3-CB09-4940-8639-81A8B6D10A02}" destId="{2DDA8B40-291F-4869-8EAB-854E65A585EA}" srcOrd="0" destOrd="0" presId="urn:microsoft.com/office/officeart/2005/8/layout/vList2#1"/>
    <dgm:cxn modelId="{5E4DC2EB-C388-4B50-8959-51E10A088F16}" type="presParOf" srcId="{EF471BCA-B6A9-4CD9-B4F2-BBBB3CCCD634}" destId="{797D4B4A-E069-44A2-BCDB-7A8077C4BB51}" srcOrd="0" destOrd="0" presId="urn:microsoft.com/office/officeart/2005/8/layout/vList2#1"/>
    <dgm:cxn modelId="{FDE394CA-0E87-419C-B24F-7F8BB05137AC}" type="presParOf" srcId="{EF471BCA-B6A9-4CD9-B4F2-BBBB3CCCD634}" destId="{57DF1DAC-EB07-4320-99B6-C13E2D4AA488}" srcOrd="1" destOrd="0" presId="urn:microsoft.com/office/officeart/2005/8/layout/vList2#1"/>
    <dgm:cxn modelId="{C15EA329-B30B-4765-A9AD-DB3FDD59E667}" type="presParOf" srcId="{EF471BCA-B6A9-4CD9-B4F2-BBBB3CCCD634}" destId="{2DDA8B40-291F-4869-8EAB-854E65A585EA}" srcOrd="2" destOrd="0" presId="urn:microsoft.com/office/officeart/2005/8/layout/vList2#1"/>
    <dgm:cxn modelId="{3EF43E8B-3721-4B44-801F-8499AE7B4786}" type="presParOf" srcId="{EF471BCA-B6A9-4CD9-B4F2-BBBB3CCCD634}" destId="{CE750C91-9D08-49C9-A09E-16E5845A71AE}" srcOrd="3" destOrd="0" presId="urn:microsoft.com/office/officeart/2005/8/layout/vList2#1"/>
    <dgm:cxn modelId="{3269A674-7A58-40A9-B145-CE73C9CE47BE}" type="presParOf" srcId="{EF471BCA-B6A9-4CD9-B4F2-BBBB3CCCD634}" destId="{254C6AED-1997-4BB0-B998-DA98FAD65AC2}" srcOrd="4" destOrd="0" presId="urn:microsoft.com/office/officeart/2005/8/layout/vList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5C9DCB7-D04F-45C9-8018-4AAAEF6658EF}" type="doc">
      <dgm:prSet loTypeId="urn:microsoft.com/office/officeart/2005/8/layout/default#3" loCatId="list" qsTypeId="urn:microsoft.com/office/officeart/2005/8/quickstyle/simple1#6" qsCatId="simple" csTypeId="urn:microsoft.com/office/officeart/2005/8/colors/colorful4#2" csCatId="colorful" phldr="1"/>
      <dgm:spPr/>
      <dgm:t>
        <a:bodyPr/>
        <a:lstStyle/>
        <a:p>
          <a:endParaRPr lang="en-US"/>
        </a:p>
      </dgm:t>
    </dgm:pt>
    <dgm:pt modelId="{0404AD10-521A-4C78-B618-8047D85F0078}">
      <dgm:prSet custT="1"/>
      <dgm:spPr/>
      <dgm:t>
        <a:bodyPr/>
        <a:lstStyle/>
        <a:p>
          <a:pPr rtl="0"/>
          <a:r>
            <a:rPr lang="en-US" sz="1800" dirty="0"/>
            <a:t>Material UI (MUI)</a:t>
          </a:r>
        </a:p>
      </dgm:t>
    </dgm:pt>
    <dgm:pt modelId="{C59EC026-3464-443D-A5F9-F1400E942A9A}" type="parTrans" cxnId="{4B3D9BEB-C670-4252-B7DA-CA48048A14B0}">
      <dgm:prSet/>
      <dgm:spPr/>
      <dgm:t>
        <a:bodyPr/>
        <a:lstStyle/>
        <a:p>
          <a:endParaRPr lang="en-US"/>
        </a:p>
      </dgm:t>
    </dgm:pt>
    <dgm:pt modelId="{DC0A6389-DD61-4CB0-AB91-932C7D9D97F6}" type="sibTrans" cxnId="{4B3D9BEB-C670-4252-B7DA-CA48048A14B0}">
      <dgm:prSet/>
      <dgm:spPr/>
      <dgm:t>
        <a:bodyPr/>
        <a:lstStyle/>
        <a:p>
          <a:endParaRPr lang="en-US"/>
        </a:p>
      </dgm:t>
    </dgm:pt>
    <dgm:pt modelId="{B9676F46-BF05-4DD4-994D-81E2611F9B49}">
      <dgm:prSet custT="1"/>
      <dgm:spPr/>
      <dgm:t>
        <a:bodyPr/>
        <a:lstStyle/>
        <a:p>
          <a:pPr rtl="0"/>
          <a:r>
            <a:rPr lang="en-US" sz="1800" dirty="0"/>
            <a:t>Tailwind CSS</a:t>
          </a:r>
        </a:p>
      </dgm:t>
    </dgm:pt>
    <dgm:pt modelId="{6640E1E9-22DE-4E71-B02C-1B08CAFA6A86}" type="parTrans" cxnId="{16F8C1BE-DD76-45FA-A65E-4C0AC84F1AF3}">
      <dgm:prSet/>
      <dgm:spPr/>
      <dgm:t>
        <a:bodyPr/>
        <a:lstStyle/>
        <a:p>
          <a:endParaRPr lang="en-US"/>
        </a:p>
      </dgm:t>
    </dgm:pt>
    <dgm:pt modelId="{B362E515-642A-433F-BC7D-E5D83C81A029}" type="sibTrans" cxnId="{16F8C1BE-DD76-45FA-A65E-4C0AC84F1AF3}">
      <dgm:prSet/>
      <dgm:spPr/>
      <dgm:t>
        <a:bodyPr/>
        <a:lstStyle/>
        <a:p>
          <a:endParaRPr lang="en-US"/>
        </a:p>
      </dgm:t>
    </dgm:pt>
    <dgm:pt modelId="{36E16ACF-6BD4-41A3-ABE9-5B08C31743D6}">
      <dgm:prSet custT="1"/>
      <dgm:spPr/>
      <dgm:t>
        <a:bodyPr/>
        <a:lstStyle/>
        <a:p>
          <a:pPr rtl="0"/>
          <a:r>
            <a:rPr lang="en-US" sz="1800" dirty="0"/>
            <a:t>Axios</a:t>
          </a:r>
        </a:p>
      </dgm:t>
    </dgm:pt>
    <dgm:pt modelId="{7D25AB05-C8C0-4C03-AE94-F6B42C58D27B}" type="parTrans" cxnId="{1486EB9D-6AC7-4FF3-A0F8-4E96776CF7D7}">
      <dgm:prSet/>
      <dgm:spPr/>
      <dgm:t>
        <a:bodyPr/>
        <a:lstStyle/>
        <a:p>
          <a:endParaRPr lang="en-US"/>
        </a:p>
      </dgm:t>
    </dgm:pt>
    <dgm:pt modelId="{BAE1660B-B826-4769-B5ED-BF7FB762E6D8}" type="sibTrans" cxnId="{1486EB9D-6AC7-4FF3-A0F8-4E96776CF7D7}">
      <dgm:prSet/>
      <dgm:spPr/>
      <dgm:t>
        <a:bodyPr/>
        <a:lstStyle/>
        <a:p>
          <a:endParaRPr lang="en-US"/>
        </a:p>
      </dgm:t>
    </dgm:pt>
    <dgm:pt modelId="{1A6534F5-16C2-4B93-A354-6038FD2D5C3B}">
      <dgm:prSet custT="1"/>
      <dgm:spPr/>
      <dgm:t>
        <a:bodyPr/>
        <a:lstStyle/>
        <a:p>
          <a:pPr rtl="0"/>
          <a:r>
            <a:rPr lang="en-US" sz="1800" dirty="0"/>
            <a:t>Chart.js</a:t>
          </a:r>
        </a:p>
      </dgm:t>
    </dgm:pt>
    <dgm:pt modelId="{10F7B010-635F-44EC-A455-8CEE99067C31}" type="parTrans" cxnId="{5395DAAB-9D5B-494E-BCB9-80C0BFA579E1}">
      <dgm:prSet/>
      <dgm:spPr/>
      <dgm:t>
        <a:bodyPr/>
        <a:lstStyle/>
        <a:p>
          <a:endParaRPr lang="en-US"/>
        </a:p>
      </dgm:t>
    </dgm:pt>
    <dgm:pt modelId="{9A26A4D3-B85C-4C24-A4ED-5D32C88EC996}" type="sibTrans" cxnId="{5395DAAB-9D5B-494E-BCB9-80C0BFA579E1}">
      <dgm:prSet/>
      <dgm:spPr/>
      <dgm:t>
        <a:bodyPr/>
        <a:lstStyle/>
        <a:p>
          <a:endParaRPr lang="en-US"/>
        </a:p>
      </dgm:t>
    </dgm:pt>
    <dgm:pt modelId="{85D01226-9BD1-43A5-801F-C5DD425129D5}">
      <dgm:prSet custT="1"/>
      <dgm:spPr/>
      <dgm:t>
        <a:bodyPr/>
        <a:lstStyle/>
        <a:p>
          <a:pPr rtl="0"/>
          <a:r>
            <a:rPr lang="en-US" sz="1800" dirty="0"/>
            <a:t>xlsx </a:t>
          </a:r>
        </a:p>
      </dgm:t>
    </dgm:pt>
    <dgm:pt modelId="{9A89D92B-077C-4CD2-84B0-155E17DE79B7}" type="parTrans" cxnId="{F7B28FD4-8D61-42B5-82B6-5192C774544C}">
      <dgm:prSet/>
      <dgm:spPr/>
      <dgm:t>
        <a:bodyPr/>
        <a:lstStyle/>
        <a:p>
          <a:endParaRPr lang="en-US"/>
        </a:p>
      </dgm:t>
    </dgm:pt>
    <dgm:pt modelId="{D22F4E43-94E4-4016-AAC3-5E8B429341CC}" type="sibTrans" cxnId="{F7B28FD4-8D61-42B5-82B6-5192C774544C}">
      <dgm:prSet/>
      <dgm:spPr/>
      <dgm:t>
        <a:bodyPr/>
        <a:lstStyle/>
        <a:p>
          <a:endParaRPr lang="en-US"/>
        </a:p>
      </dgm:t>
    </dgm:pt>
    <dgm:pt modelId="{0F369202-C18E-415D-98F4-6DC422CCD038}">
      <dgm:prSet custT="1"/>
      <dgm:spPr/>
      <dgm:t>
        <a:bodyPr/>
        <a:lstStyle/>
        <a:p>
          <a:pPr rtl="0"/>
          <a:r>
            <a:rPr lang="en-US" sz="1800" dirty="0"/>
            <a:t>MongoDB </a:t>
          </a:r>
        </a:p>
      </dgm:t>
    </dgm:pt>
    <dgm:pt modelId="{03D69B08-F2A3-4423-9EFF-01C135575175}" type="parTrans" cxnId="{4A184623-ED36-46F7-9FD8-9C366D5CE6D2}">
      <dgm:prSet/>
      <dgm:spPr/>
      <dgm:t>
        <a:bodyPr/>
        <a:lstStyle/>
        <a:p>
          <a:endParaRPr lang="en-US"/>
        </a:p>
      </dgm:t>
    </dgm:pt>
    <dgm:pt modelId="{95283124-070B-4963-BEFB-A543811C1D91}" type="sibTrans" cxnId="{4A184623-ED36-46F7-9FD8-9C366D5CE6D2}">
      <dgm:prSet/>
      <dgm:spPr/>
      <dgm:t>
        <a:bodyPr/>
        <a:lstStyle/>
        <a:p>
          <a:endParaRPr lang="en-US"/>
        </a:p>
      </dgm:t>
    </dgm:pt>
    <dgm:pt modelId="{D312B1EF-42B4-47DF-BC64-8B59DA7A0991}">
      <dgm:prSet custT="1"/>
      <dgm:spPr/>
      <dgm:t>
        <a:bodyPr/>
        <a:lstStyle/>
        <a:p>
          <a:pPr rtl="0"/>
          <a:r>
            <a:rPr lang="en-US" sz="1800" dirty="0"/>
            <a:t>OpenRouter AI</a:t>
          </a:r>
        </a:p>
      </dgm:t>
    </dgm:pt>
    <dgm:pt modelId="{2B665295-3184-4F2B-A746-CA90D9AC3C81}" type="parTrans" cxnId="{5B0FECB6-B498-47E5-9A3B-09EC6327698F}">
      <dgm:prSet/>
      <dgm:spPr/>
      <dgm:t>
        <a:bodyPr/>
        <a:lstStyle/>
        <a:p>
          <a:endParaRPr lang="en-US"/>
        </a:p>
      </dgm:t>
    </dgm:pt>
    <dgm:pt modelId="{E937BE3A-EFE3-4D2E-9D0B-D9DE68EE98B0}" type="sibTrans" cxnId="{5B0FECB6-B498-47E5-9A3B-09EC6327698F}">
      <dgm:prSet/>
      <dgm:spPr/>
      <dgm:t>
        <a:bodyPr/>
        <a:lstStyle/>
        <a:p>
          <a:endParaRPr lang="en-US"/>
        </a:p>
      </dgm:t>
    </dgm:pt>
    <dgm:pt modelId="{C8DEEEC9-C7BF-48B9-8864-4F55B6147D4C}">
      <dgm:prSet custT="1"/>
      <dgm:spPr/>
      <dgm:t>
        <a:bodyPr/>
        <a:lstStyle/>
        <a:p>
          <a:pPr rtl="0"/>
          <a:r>
            <a:rPr lang="en-US" sz="1800"/>
            <a:t>GitHub</a:t>
          </a:r>
        </a:p>
      </dgm:t>
    </dgm:pt>
    <dgm:pt modelId="{2651A690-8335-45BB-BF89-A467210A2A68}" type="parTrans" cxnId="{C2E54CD3-9809-4FF6-9BA8-B3A546C6C250}">
      <dgm:prSet/>
      <dgm:spPr/>
      <dgm:t>
        <a:bodyPr/>
        <a:lstStyle/>
        <a:p>
          <a:endParaRPr lang="en-US"/>
        </a:p>
      </dgm:t>
    </dgm:pt>
    <dgm:pt modelId="{D9FF0ECF-F98E-43A3-8726-DACB0330D144}" type="sibTrans" cxnId="{C2E54CD3-9809-4FF6-9BA8-B3A546C6C250}">
      <dgm:prSet/>
      <dgm:spPr/>
      <dgm:t>
        <a:bodyPr/>
        <a:lstStyle/>
        <a:p>
          <a:endParaRPr lang="en-US"/>
        </a:p>
      </dgm:t>
    </dgm:pt>
    <dgm:pt modelId="{03DABB17-EB78-4966-9D8A-3590F0922903}">
      <dgm:prSet custT="1"/>
      <dgm:spPr/>
      <dgm:t>
        <a:bodyPr/>
        <a:lstStyle/>
        <a:p>
          <a:pPr rtl="0"/>
          <a:r>
            <a:rPr lang="en-US" sz="1800"/>
            <a:t>Node.js / Express.js</a:t>
          </a:r>
        </a:p>
      </dgm:t>
    </dgm:pt>
    <dgm:pt modelId="{E60D61EA-F556-45F3-97F7-374D3CEA2D91}" type="parTrans" cxnId="{A08EB195-9081-4FDA-8C5C-2CC8C71D0E74}">
      <dgm:prSet/>
      <dgm:spPr/>
      <dgm:t>
        <a:bodyPr/>
        <a:lstStyle/>
        <a:p>
          <a:endParaRPr lang="en-US"/>
        </a:p>
      </dgm:t>
    </dgm:pt>
    <dgm:pt modelId="{006DDC42-E437-4B63-94FC-E11E7118B9D9}" type="sibTrans" cxnId="{A08EB195-9081-4FDA-8C5C-2CC8C71D0E74}">
      <dgm:prSet/>
      <dgm:spPr/>
      <dgm:t>
        <a:bodyPr/>
        <a:lstStyle/>
        <a:p>
          <a:endParaRPr lang="en-US"/>
        </a:p>
      </dgm:t>
    </dgm:pt>
    <dgm:pt modelId="{EC91A565-42FF-4C81-978C-482A7FAAFD96}" type="pres">
      <dgm:prSet presAssocID="{75C9DCB7-D04F-45C9-8018-4AAAEF6658EF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4294E64-CD91-49B6-BA40-DA428B78C6E1}" type="pres">
      <dgm:prSet presAssocID="{0404AD10-521A-4C78-B618-8047D85F0078}" presName="node" presStyleLbl="node1" presStyleIdx="0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4677E41-304C-4EA0-B0FC-105D95F79DBE}" type="pres">
      <dgm:prSet presAssocID="{DC0A6389-DD61-4CB0-AB91-932C7D9D97F6}" presName="sibTrans" presStyleCnt="0"/>
      <dgm:spPr/>
    </dgm:pt>
    <dgm:pt modelId="{0D218A2F-AEBF-4E55-B833-0340AA61BC60}" type="pres">
      <dgm:prSet presAssocID="{B9676F46-BF05-4DD4-994D-81E2611F9B49}" presName="node" presStyleLbl="node1" presStyleIdx="1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C151CB7-7036-4455-8CE1-1BF648EE258D}" type="pres">
      <dgm:prSet presAssocID="{B362E515-642A-433F-BC7D-E5D83C81A029}" presName="sibTrans" presStyleCnt="0"/>
      <dgm:spPr/>
    </dgm:pt>
    <dgm:pt modelId="{43C0C0F3-C435-440F-85F9-EFA23065A4F7}" type="pres">
      <dgm:prSet presAssocID="{36E16ACF-6BD4-41A3-ABE9-5B08C31743D6}" presName="node" presStyleLbl="node1" presStyleIdx="2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8ADFD29-7FB1-4194-B7A2-8E127F0F734C}" type="pres">
      <dgm:prSet presAssocID="{BAE1660B-B826-4769-B5ED-BF7FB762E6D8}" presName="sibTrans" presStyleCnt="0"/>
      <dgm:spPr/>
    </dgm:pt>
    <dgm:pt modelId="{15FFA00F-B16E-4AFA-BFD0-458777164BD6}" type="pres">
      <dgm:prSet presAssocID="{1A6534F5-16C2-4B93-A354-6038FD2D5C3B}" presName="node" presStyleLbl="node1" presStyleIdx="3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FE1F51-778E-4F1D-BA12-EC043F88B913}" type="pres">
      <dgm:prSet presAssocID="{9A26A4D3-B85C-4C24-A4ED-5D32C88EC996}" presName="sibTrans" presStyleCnt="0"/>
      <dgm:spPr/>
    </dgm:pt>
    <dgm:pt modelId="{23B73BF3-89E0-400C-8555-0031134F6BE9}" type="pres">
      <dgm:prSet presAssocID="{85D01226-9BD1-43A5-801F-C5DD425129D5}" presName="node" presStyleLbl="node1" presStyleIdx="4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2F1C53-6364-44DD-9DC9-35533605A68A}" type="pres">
      <dgm:prSet presAssocID="{D22F4E43-94E4-4016-AAC3-5E8B429341CC}" presName="sibTrans" presStyleCnt="0"/>
      <dgm:spPr/>
    </dgm:pt>
    <dgm:pt modelId="{CB4788B7-481B-434F-926A-4744CA7435B4}" type="pres">
      <dgm:prSet presAssocID="{0F369202-C18E-415D-98F4-6DC422CCD038}" presName="node" presStyleLbl="node1" presStyleIdx="5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3222C17-510A-4E87-AE2C-DA46AEDFAF09}" type="pres">
      <dgm:prSet presAssocID="{95283124-070B-4963-BEFB-A543811C1D91}" presName="sibTrans" presStyleCnt="0"/>
      <dgm:spPr/>
    </dgm:pt>
    <dgm:pt modelId="{A60CBD13-43D0-4F53-8A6F-6BD2F6D303FB}" type="pres">
      <dgm:prSet presAssocID="{D312B1EF-42B4-47DF-BC64-8B59DA7A0991}" presName="node" presStyleLbl="node1" presStyleIdx="6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29EDBF-C91D-429E-8CFA-2F67305D0389}" type="pres">
      <dgm:prSet presAssocID="{E937BE3A-EFE3-4D2E-9D0B-D9DE68EE98B0}" presName="sibTrans" presStyleCnt="0"/>
      <dgm:spPr/>
    </dgm:pt>
    <dgm:pt modelId="{8098AA54-CECC-493A-AF0C-6863EF93C9C1}" type="pres">
      <dgm:prSet presAssocID="{C8DEEEC9-C7BF-48B9-8864-4F55B6147D4C}" presName="node" presStyleLbl="node1" presStyleIdx="7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ED184C3-D006-4C61-8627-B7D6896884F5}" type="pres">
      <dgm:prSet presAssocID="{D9FF0ECF-F98E-43A3-8726-DACB0330D144}" presName="sibTrans" presStyleCnt="0"/>
      <dgm:spPr/>
    </dgm:pt>
    <dgm:pt modelId="{B44718B6-543A-4523-9728-D93F7423EDBD}" type="pres">
      <dgm:prSet presAssocID="{03DABB17-EB78-4966-9D8A-3590F0922903}" presName="node" presStyleLbl="node1" presStyleIdx="8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A184623-ED36-46F7-9FD8-9C366D5CE6D2}" srcId="{75C9DCB7-D04F-45C9-8018-4AAAEF6658EF}" destId="{0F369202-C18E-415D-98F4-6DC422CCD038}" srcOrd="5" destOrd="0" parTransId="{03D69B08-F2A3-4423-9EFF-01C135575175}" sibTransId="{95283124-070B-4963-BEFB-A543811C1D91}"/>
    <dgm:cxn modelId="{E4452EE5-2B50-4CB0-9AE8-880A5BE87C89}" type="presOf" srcId="{03DABB17-EB78-4966-9D8A-3590F0922903}" destId="{B44718B6-543A-4523-9728-D93F7423EDBD}" srcOrd="0" destOrd="0" presId="urn:microsoft.com/office/officeart/2005/8/layout/default#3"/>
    <dgm:cxn modelId="{5395DAAB-9D5B-494E-BCB9-80C0BFA579E1}" srcId="{75C9DCB7-D04F-45C9-8018-4AAAEF6658EF}" destId="{1A6534F5-16C2-4B93-A354-6038FD2D5C3B}" srcOrd="3" destOrd="0" parTransId="{10F7B010-635F-44EC-A455-8CEE99067C31}" sibTransId="{9A26A4D3-B85C-4C24-A4ED-5D32C88EC996}"/>
    <dgm:cxn modelId="{6892835B-7663-4398-BE6B-C74B580473FD}" type="presOf" srcId="{85D01226-9BD1-43A5-801F-C5DD425129D5}" destId="{23B73BF3-89E0-400C-8555-0031134F6BE9}" srcOrd="0" destOrd="0" presId="urn:microsoft.com/office/officeart/2005/8/layout/default#3"/>
    <dgm:cxn modelId="{C1DC4F69-308B-48DB-9E82-5BBB233B4367}" type="presOf" srcId="{1A6534F5-16C2-4B93-A354-6038FD2D5C3B}" destId="{15FFA00F-B16E-4AFA-BFD0-458777164BD6}" srcOrd="0" destOrd="0" presId="urn:microsoft.com/office/officeart/2005/8/layout/default#3"/>
    <dgm:cxn modelId="{A0B8C35B-88F3-4C69-BE4A-5E384FB63DD9}" type="presOf" srcId="{B9676F46-BF05-4DD4-994D-81E2611F9B49}" destId="{0D218A2F-AEBF-4E55-B833-0340AA61BC60}" srcOrd="0" destOrd="0" presId="urn:microsoft.com/office/officeart/2005/8/layout/default#3"/>
    <dgm:cxn modelId="{16F8C1BE-DD76-45FA-A65E-4C0AC84F1AF3}" srcId="{75C9DCB7-D04F-45C9-8018-4AAAEF6658EF}" destId="{B9676F46-BF05-4DD4-994D-81E2611F9B49}" srcOrd="1" destOrd="0" parTransId="{6640E1E9-22DE-4E71-B02C-1B08CAFA6A86}" sibTransId="{B362E515-642A-433F-BC7D-E5D83C81A029}"/>
    <dgm:cxn modelId="{4DA14179-129A-420A-B35F-02F944FB65BA}" type="presOf" srcId="{75C9DCB7-D04F-45C9-8018-4AAAEF6658EF}" destId="{EC91A565-42FF-4C81-978C-482A7FAAFD96}" srcOrd="0" destOrd="0" presId="urn:microsoft.com/office/officeart/2005/8/layout/default#3"/>
    <dgm:cxn modelId="{1486EB9D-6AC7-4FF3-A0F8-4E96776CF7D7}" srcId="{75C9DCB7-D04F-45C9-8018-4AAAEF6658EF}" destId="{36E16ACF-6BD4-41A3-ABE9-5B08C31743D6}" srcOrd="2" destOrd="0" parTransId="{7D25AB05-C8C0-4C03-AE94-F6B42C58D27B}" sibTransId="{BAE1660B-B826-4769-B5ED-BF7FB762E6D8}"/>
    <dgm:cxn modelId="{C2E54CD3-9809-4FF6-9BA8-B3A546C6C250}" srcId="{75C9DCB7-D04F-45C9-8018-4AAAEF6658EF}" destId="{C8DEEEC9-C7BF-48B9-8864-4F55B6147D4C}" srcOrd="7" destOrd="0" parTransId="{2651A690-8335-45BB-BF89-A467210A2A68}" sibTransId="{D9FF0ECF-F98E-43A3-8726-DACB0330D144}"/>
    <dgm:cxn modelId="{EE758B97-72BE-43C1-A01E-158A056AD7A7}" type="presOf" srcId="{0F369202-C18E-415D-98F4-6DC422CCD038}" destId="{CB4788B7-481B-434F-926A-4744CA7435B4}" srcOrd="0" destOrd="0" presId="urn:microsoft.com/office/officeart/2005/8/layout/default#3"/>
    <dgm:cxn modelId="{A08EB195-9081-4FDA-8C5C-2CC8C71D0E74}" srcId="{75C9DCB7-D04F-45C9-8018-4AAAEF6658EF}" destId="{03DABB17-EB78-4966-9D8A-3590F0922903}" srcOrd="8" destOrd="0" parTransId="{E60D61EA-F556-45F3-97F7-374D3CEA2D91}" sibTransId="{006DDC42-E437-4B63-94FC-E11E7118B9D9}"/>
    <dgm:cxn modelId="{5B0FECB6-B498-47E5-9A3B-09EC6327698F}" srcId="{75C9DCB7-D04F-45C9-8018-4AAAEF6658EF}" destId="{D312B1EF-42B4-47DF-BC64-8B59DA7A0991}" srcOrd="6" destOrd="0" parTransId="{2B665295-3184-4F2B-A746-CA90D9AC3C81}" sibTransId="{E937BE3A-EFE3-4D2E-9D0B-D9DE68EE98B0}"/>
    <dgm:cxn modelId="{84F286AC-A4A2-4845-B4D1-A1D35488A8F9}" type="presOf" srcId="{0404AD10-521A-4C78-B618-8047D85F0078}" destId="{04294E64-CD91-49B6-BA40-DA428B78C6E1}" srcOrd="0" destOrd="0" presId="urn:microsoft.com/office/officeart/2005/8/layout/default#3"/>
    <dgm:cxn modelId="{8D591FB6-34D6-4585-98AB-27CC1A777A98}" type="presOf" srcId="{36E16ACF-6BD4-41A3-ABE9-5B08C31743D6}" destId="{43C0C0F3-C435-440F-85F9-EFA23065A4F7}" srcOrd="0" destOrd="0" presId="urn:microsoft.com/office/officeart/2005/8/layout/default#3"/>
    <dgm:cxn modelId="{F7B28FD4-8D61-42B5-82B6-5192C774544C}" srcId="{75C9DCB7-D04F-45C9-8018-4AAAEF6658EF}" destId="{85D01226-9BD1-43A5-801F-C5DD425129D5}" srcOrd="4" destOrd="0" parTransId="{9A89D92B-077C-4CD2-84B0-155E17DE79B7}" sibTransId="{D22F4E43-94E4-4016-AAC3-5E8B429341CC}"/>
    <dgm:cxn modelId="{8C1EC132-00A9-4BF9-8BE1-56FD073B1C06}" type="presOf" srcId="{C8DEEEC9-C7BF-48B9-8864-4F55B6147D4C}" destId="{8098AA54-CECC-493A-AF0C-6863EF93C9C1}" srcOrd="0" destOrd="0" presId="urn:microsoft.com/office/officeart/2005/8/layout/default#3"/>
    <dgm:cxn modelId="{9A01E588-B157-4412-9E61-CC7587697D37}" type="presOf" srcId="{D312B1EF-42B4-47DF-BC64-8B59DA7A0991}" destId="{A60CBD13-43D0-4F53-8A6F-6BD2F6D303FB}" srcOrd="0" destOrd="0" presId="urn:microsoft.com/office/officeart/2005/8/layout/default#3"/>
    <dgm:cxn modelId="{4B3D9BEB-C670-4252-B7DA-CA48048A14B0}" srcId="{75C9DCB7-D04F-45C9-8018-4AAAEF6658EF}" destId="{0404AD10-521A-4C78-B618-8047D85F0078}" srcOrd="0" destOrd="0" parTransId="{C59EC026-3464-443D-A5F9-F1400E942A9A}" sibTransId="{DC0A6389-DD61-4CB0-AB91-932C7D9D97F6}"/>
    <dgm:cxn modelId="{4463A1DB-AA60-4359-B074-4394A059AC18}" type="presParOf" srcId="{EC91A565-42FF-4C81-978C-482A7FAAFD96}" destId="{04294E64-CD91-49B6-BA40-DA428B78C6E1}" srcOrd="0" destOrd="0" presId="urn:microsoft.com/office/officeart/2005/8/layout/default#3"/>
    <dgm:cxn modelId="{9C0FD832-C0C7-4D0E-AED6-5F3778261D88}" type="presParOf" srcId="{EC91A565-42FF-4C81-978C-482A7FAAFD96}" destId="{C4677E41-304C-4EA0-B0FC-105D95F79DBE}" srcOrd="1" destOrd="0" presId="urn:microsoft.com/office/officeart/2005/8/layout/default#3"/>
    <dgm:cxn modelId="{15B19256-77D4-4D74-9A9D-F71585BBBAA6}" type="presParOf" srcId="{EC91A565-42FF-4C81-978C-482A7FAAFD96}" destId="{0D218A2F-AEBF-4E55-B833-0340AA61BC60}" srcOrd="2" destOrd="0" presId="urn:microsoft.com/office/officeart/2005/8/layout/default#3"/>
    <dgm:cxn modelId="{8A71DF2A-207A-47E6-A2DB-117B6E0F1DDD}" type="presParOf" srcId="{EC91A565-42FF-4C81-978C-482A7FAAFD96}" destId="{9C151CB7-7036-4455-8CE1-1BF648EE258D}" srcOrd="3" destOrd="0" presId="urn:microsoft.com/office/officeart/2005/8/layout/default#3"/>
    <dgm:cxn modelId="{59D758F1-9743-4651-9435-0D60F72CE49A}" type="presParOf" srcId="{EC91A565-42FF-4C81-978C-482A7FAAFD96}" destId="{43C0C0F3-C435-440F-85F9-EFA23065A4F7}" srcOrd="4" destOrd="0" presId="urn:microsoft.com/office/officeart/2005/8/layout/default#3"/>
    <dgm:cxn modelId="{97FACF79-E0C4-4D15-9311-4F2AA0FA746A}" type="presParOf" srcId="{EC91A565-42FF-4C81-978C-482A7FAAFD96}" destId="{E8ADFD29-7FB1-4194-B7A2-8E127F0F734C}" srcOrd="5" destOrd="0" presId="urn:microsoft.com/office/officeart/2005/8/layout/default#3"/>
    <dgm:cxn modelId="{9759CCAB-83A9-4AAA-9019-0026FDED18E0}" type="presParOf" srcId="{EC91A565-42FF-4C81-978C-482A7FAAFD96}" destId="{15FFA00F-B16E-4AFA-BFD0-458777164BD6}" srcOrd="6" destOrd="0" presId="urn:microsoft.com/office/officeart/2005/8/layout/default#3"/>
    <dgm:cxn modelId="{188049D8-6F98-46D4-97FE-C98ACD727D80}" type="presParOf" srcId="{EC91A565-42FF-4C81-978C-482A7FAAFD96}" destId="{95FE1F51-778E-4F1D-BA12-EC043F88B913}" srcOrd="7" destOrd="0" presId="urn:microsoft.com/office/officeart/2005/8/layout/default#3"/>
    <dgm:cxn modelId="{54898B33-D3CE-4AD9-82B2-37756F547169}" type="presParOf" srcId="{EC91A565-42FF-4C81-978C-482A7FAAFD96}" destId="{23B73BF3-89E0-400C-8555-0031134F6BE9}" srcOrd="8" destOrd="0" presId="urn:microsoft.com/office/officeart/2005/8/layout/default#3"/>
    <dgm:cxn modelId="{5E93D9A7-3C83-4B66-9C96-D5E6EA7BDBD1}" type="presParOf" srcId="{EC91A565-42FF-4C81-978C-482A7FAAFD96}" destId="{412F1C53-6364-44DD-9DC9-35533605A68A}" srcOrd="9" destOrd="0" presId="urn:microsoft.com/office/officeart/2005/8/layout/default#3"/>
    <dgm:cxn modelId="{0666C520-6458-4D03-9525-1CD3FCA108E2}" type="presParOf" srcId="{EC91A565-42FF-4C81-978C-482A7FAAFD96}" destId="{CB4788B7-481B-434F-926A-4744CA7435B4}" srcOrd="10" destOrd="0" presId="urn:microsoft.com/office/officeart/2005/8/layout/default#3"/>
    <dgm:cxn modelId="{8AEDAE5C-669C-430E-A908-4EBB7D6AB125}" type="presParOf" srcId="{EC91A565-42FF-4C81-978C-482A7FAAFD96}" destId="{E3222C17-510A-4E87-AE2C-DA46AEDFAF09}" srcOrd="11" destOrd="0" presId="urn:microsoft.com/office/officeart/2005/8/layout/default#3"/>
    <dgm:cxn modelId="{D1B20F96-5067-4D73-948A-3D22EAA2150B}" type="presParOf" srcId="{EC91A565-42FF-4C81-978C-482A7FAAFD96}" destId="{A60CBD13-43D0-4F53-8A6F-6BD2F6D303FB}" srcOrd="12" destOrd="0" presId="urn:microsoft.com/office/officeart/2005/8/layout/default#3"/>
    <dgm:cxn modelId="{C36436A6-CADC-46AE-82A8-B64A087A07F1}" type="presParOf" srcId="{EC91A565-42FF-4C81-978C-482A7FAAFD96}" destId="{5F29EDBF-C91D-429E-8CFA-2F67305D0389}" srcOrd="13" destOrd="0" presId="urn:microsoft.com/office/officeart/2005/8/layout/default#3"/>
    <dgm:cxn modelId="{911AA1E7-AE8C-4CFF-9819-DF6CE29E4BCF}" type="presParOf" srcId="{EC91A565-42FF-4C81-978C-482A7FAAFD96}" destId="{8098AA54-CECC-493A-AF0C-6863EF93C9C1}" srcOrd="14" destOrd="0" presId="urn:microsoft.com/office/officeart/2005/8/layout/default#3"/>
    <dgm:cxn modelId="{FCD4B351-6563-4973-BC34-61B7FF1FC583}" type="presParOf" srcId="{EC91A565-42FF-4C81-978C-482A7FAAFD96}" destId="{6ED184C3-D006-4C61-8627-B7D6896884F5}" srcOrd="15" destOrd="0" presId="urn:microsoft.com/office/officeart/2005/8/layout/default#3"/>
    <dgm:cxn modelId="{968F97A8-06BA-45B7-9F82-581825C1D5B1}" type="presParOf" srcId="{EC91A565-42FF-4C81-978C-482A7FAAFD96}" destId="{B44718B6-543A-4523-9728-D93F7423EDBD}" srcOrd="16" destOrd="0" presId="urn:microsoft.com/office/officeart/2005/8/layout/default#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A1AD47-140E-48C3-9FD7-41B7B22A6E45}">
      <dsp:nvSpPr>
        <dsp:cNvPr id="0" name=""/>
        <dsp:cNvSpPr/>
      </dsp:nvSpPr>
      <dsp:spPr>
        <a:xfrm>
          <a:off x="1142396" y="2408"/>
          <a:ext cx="2439607" cy="1680889"/>
        </a:xfrm>
        <a:prstGeom prst="round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0D523B-143F-481D-91F0-74C37681E5E9}">
      <dsp:nvSpPr>
        <dsp:cNvPr id="0" name=""/>
        <dsp:cNvSpPr/>
      </dsp:nvSpPr>
      <dsp:spPr bwMode="white">
        <a:xfrm>
          <a:off x="1142396" y="1683297"/>
          <a:ext cx="2439607" cy="905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41808" rIns="241808" bIns="0" numCol="1" spcCol="1270" anchor="t" anchorCtr="0">
          <a:noAutofit/>
        </a:bodyPr>
        <a:lstStyle/>
        <a:p>
          <a:pPr lvl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Availability</a:t>
          </a:r>
          <a:endParaRPr lang="en-US" sz="3400" kern="1200" dirty="0"/>
        </a:p>
      </dsp:txBody>
      <dsp:txXfrm>
        <a:off x="1142396" y="1683297"/>
        <a:ext cx="2439607" cy="9050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4CD76C-F91D-4AD2-AF65-D9538FC02C90}">
      <dsp:nvSpPr>
        <dsp:cNvPr id="0" name=""/>
        <dsp:cNvSpPr/>
      </dsp:nvSpPr>
      <dsp:spPr>
        <a:xfrm rot="10800000">
          <a:off x="1297227" y="453"/>
          <a:ext cx="4661916" cy="491943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933" tIns="76200" rIns="14224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b="1" kern="1200" dirty="0"/>
            <a:t>HTML</a:t>
          </a:r>
          <a:endParaRPr lang="x-none" sz="2000" b="1" kern="1200" dirty="0"/>
        </a:p>
      </dsp:txBody>
      <dsp:txXfrm rot="10800000">
        <a:off x="1420213" y="453"/>
        <a:ext cx="4538930" cy="491943"/>
      </dsp:txXfrm>
    </dsp:sp>
    <dsp:sp modelId="{234E3821-A428-4075-9538-920DD37952A1}">
      <dsp:nvSpPr>
        <dsp:cNvPr id="0" name=""/>
        <dsp:cNvSpPr/>
      </dsp:nvSpPr>
      <dsp:spPr>
        <a:xfrm>
          <a:off x="1051256" y="453"/>
          <a:ext cx="491943" cy="491943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163464-C42E-4E04-A910-F31A110E7210}">
      <dsp:nvSpPr>
        <dsp:cNvPr id="0" name=""/>
        <dsp:cNvSpPr/>
      </dsp:nvSpPr>
      <dsp:spPr>
        <a:xfrm rot="10800000">
          <a:off x="1297227" y="639245"/>
          <a:ext cx="4661916" cy="491943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933" tIns="76200" rIns="14224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b="1" kern="1200" dirty="0"/>
            <a:t>CSS</a:t>
          </a:r>
          <a:endParaRPr lang="x-none" sz="2000" b="1" kern="1200" dirty="0"/>
        </a:p>
      </dsp:txBody>
      <dsp:txXfrm rot="10800000">
        <a:off x="1420213" y="639245"/>
        <a:ext cx="4538930" cy="491943"/>
      </dsp:txXfrm>
    </dsp:sp>
    <dsp:sp modelId="{E11F3192-9A95-441A-B393-B655E5B2CBB4}">
      <dsp:nvSpPr>
        <dsp:cNvPr id="0" name=""/>
        <dsp:cNvSpPr/>
      </dsp:nvSpPr>
      <dsp:spPr>
        <a:xfrm>
          <a:off x="1051256" y="639245"/>
          <a:ext cx="491943" cy="491943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B9C5A9-74AE-4E87-AD8F-3ED0BB4A77F8}">
      <dsp:nvSpPr>
        <dsp:cNvPr id="0" name=""/>
        <dsp:cNvSpPr/>
      </dsp:nvSpPr>
      <dsp:spPr>
        <a:xfrm rot="10800000">
          <a:off x="1297227" y="1278037"/>
          <a:ext cx="4661916" cy="491943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933" tIns="76200" rIns="14224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b="1" kern="1200" dirty="0"/>
            <a:t>JS</a:t>
          </a:r>
          <a:endParaRPr lang="x-none" sz="2000" b="1" kern="1200" dirty="0"/>
        </a:p>
      </dsp:txBody>
      <dsp:txXfrm rot="10800000">
        <a:off x="1420213" y="1278037"/>
        <a:ext cx="4538930" cy="491943"/>
      </dsp:txXfrm>
    </dsp:sp>
    <dsp:sp modelId="{0EB36341-2184-4B77-B517-505857C095B6}">
      <dsp:nvSpPr>
        <dsp:cNvPr id="0" name=""/>
        <dsp:cNvSpPr/>
      </dsp:nvSpPr>
      <dsp:spPr>
        <a:xfrm>
          <a:off x="1051256" y="1278037"/>
          <a:ext cx="491943" cy="491943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9B8069-6F4A-4E11-8EE6-D0332B52A64D}">
      <dsp:nvSpPr>
        <dsp:cNvPr id="0" name=""/>
        <dsp:cNvSpPr/>
      </dsp:nvSpPr>
      <dsp:spPr>
        <a:xfrm rot="10800000">
          <a:off x="1297227" y="1916829"/>
          <a:ext cx="4661916" cy="491943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933" tIns="76200" rIns="14224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/>
            <a:t>Node.js</a:t>
          </a:r>
          <a:endParaRPr lang="x-none" sz="2000" b="1" kern="1200" dirty="0"/>
        </a:p>
      </dsp:txBody>
      <dsp:txXfrm rot="10800000">
        <a:off x="1420213" y="1916829"/>
        <a:ext cx="4538930" cy="491943"/>
      </dsp:txXfrm>
    </dsp:sp>
    <dsp:sp modelId="{FB92C428-0368-4293-8E10-B951DA2D6050}">
      <dsp:nvSpPr>
        <dsp:cNvPr id="0" name=""/>
        <dsp:cNvSpPr/>
      </dsp:nvSpPr>
      <dsp:spPr>
        <a:xfrm>
          <a:off x="1051256" y="1916829"/>
          <a:ext cx="491943" cy="491943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9C11A9-4B33-4A74-B761-A66A96EA8D1A}">
      <dsp:nvSpPr>
        <dsp:cNvPr id="0" name=""/>
        <dsp:cNvSpPr/>
      </dsp:nvSpPr>
      <dsp:spPr>
        <a:xfrm rot="10800000">
          <a:off x="1297227" y="2555621"/>
          <a:ext cx="4661916" cy="491943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933" tIns="76200" rIns="14224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/>
            <a:t>React</a:t>
          </a:r>
          <a:endParaRPr lang="x-none" sz="2000" b="1" kern="1200" dirty="0"/>
        </a:p>
      </dsp:txBody>
      <dsp:txXfrm rot="10800000">
        <a:off x="1420213" y="2555621"/>
        <a:ext cx="4538930" cy="491943"/>
      </dsp:txXfrm>
    </dsp:sp>
    <dsp:sp modelId="{E4ABA830-4D9B-4BD0-B862-2B0BC786FD0A}">
      <dsp:nvSpPr>
        <dsp:cNvPr id="0" name=""/>
        <dsp:cNvSpPr/>
      </dsp:nvSpPr>
      <dsp:spPr>
        <a:xfrm>
          <a:off x="1051256" y="2555621"/>
          <a:ext cx="491943" cy="491943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" r="-5000"/>
          </a:stretch>
        </a:blip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198114-2D36-4B96-976B-EFCC4A2CB00C}">
      <dsp:nvSpPr>
        <dsp:cNvPr id="0" name=""/>
        <dsp:cNvSpPr/>
      </dsp:nvSpPr>
      <dsp:spPr>
        <a:xfrm rot="10800000">
          <a:off x="1297227" y="3194413"/>
          <a:ext cx="4661916" cy="491943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933" tIns="76200" rIns="14224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Mongo dB</a:t>
          </a:r>
          <a:endParaRPr lang="x-none" sz="2000" b="1" kern="1200" dirty="0"/>
        </a:p>
      </dsp:txBody>
      <dsp:txXfrm rot="10800000">
        <a:off x="1420213" y="3194413"/>
        <a:ext cx="4538930" cy="491943"/>
      </dsp:txXfrm>
    </dsp:sp>
    <dsp:sp modelId="{921F65E3-947C-4D23-B9A6-9D56D1B4042C}">
      <dsp:nvSpPr>
        <dsp:cNvPr id="0" name=""/>
        <dsp:cNvSpPr/>
      </dsp:nvSpPr>
      <dsp:spPr>
        <a:xfrm>
          <a:off x="1051256" y="3194413"/>
          <a:ext cx="491943" cy="491943"/>
        </a:xfrm>
        <a:prstGeom prst="ellipse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CF8C31-CB93-49BB-953D-AA1E20067E43}">
      <dsp:nvSpPr>
        <dsp:cNvPr id="0" name=""/>
        <dsp:cNvSpPr/>
      </dsp:nvSpPr>
      <dsp:spPr>
        <a:xfrm rot="10800000">
          <a:off x="877002" y="260"/>
          <a:ext cx="2984217" cy="501353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1083" tIns="110490" rIns="206248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900" b="1" kern="1200" dirty="0"/>
            <a:t> </a:t>
          </a:r>
          <a:r>
            <a:rPr lang="en-GB" sz="2000" b="1" kern="1200" dirty="0"/>
            <a:t>MS Word</a:t>
          </a:r>
          <a:endParaRPr lang="x-none" sz="2000" b="1" kern="1200" dirty="0"/>
        </a:p>
      </dsp:txBody>
      <dsp:txXfrm rot="10800000">
        <a:off x="1002340" y="260"/>
        <a:ext cx="2858879" cy="501353"/>
      </dsp:txXfrm>
    </dsp:sp>
    <dsp:sp modelId="{E223B0D1-7583-404B-9F70-70C9D2BB1AA6}">
      <dsp:nvSpPr>
        <dsp:cNvPr id="0" name=""/>
        <dsp:cNvSpPr/>
      </dsp:nvSpPr>
      <dsp:spPr>
        <a:xfrm>
          <a:off x="626325" y="260"/>
          <a:ext cx="501353" cy="501353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8A1FF7-F71A-4F27-835E-06783792E222}">
      <dsp:nvSpPr>
        <dsp:cNvPr id="0" name=""/>
        <dsp:cNvSpPr/>
      </dsp:nvSpPr>
      <dsp:spPr>
        <a:xfrm rot="10800000">
          <a:off x="877002" y="651272"/>
          <a:ext cx="2984217" cy="501353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1083" tIns="110490" rIns="206248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900" b="1" kern="1200" dirty="0"/>
            <a:t> </a:t>
          </a:r>
          <a:r>
            <a:rPr lang="en-GB" sz="2000" b="1" kern="1200" dirty="0"/>
            <a:t>Draw.io</a:t>
          </a:r>
          <a:endParaRPr lang="x-none" sz="2000" b="1" kern="1200" dirty="0"/>
        </a:p>
      </dsp:txBody>
      <dsp:txXfrm rot="10800000">
        <a:off x="1002340" y="651272"/>
        <a:ext cx="2858879" cy="501353"/>
      </dsp:txXfrm>
    </dsp:sp>
    <dsp:sp modelId="{1C4E5D65-6897-4E6C-B4F8-F5EB261E32C6}">
      <dsp:nvSpPr>
        <dsp:cNvPr id="0" name=""/>
        <dsp:cNvSpPr/>
      </dsp:nvSpPr>
      <dsp:spPr>
        <a:xfrm>
          <a:off x="626325" y="651272"/>
          <a:ext cx="501353" cy="501353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DA4F27-BF02-4615-9263-26B94279971F}">
      <dsp:nvSpPr>
        <dsp:cNvPr id="0" name=""/>
        <dsp:cNvSpPr/>
      </dsp:nvSpPr>
      <dsp:spPr>
        <a:xfrm rot="10800000">
          <a:off x="877002" y="1302283"/>
          <a:ext cx="2984217" cy="501353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1083" tIns="76200" rIns="14224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b="1" kern="1200" dirty="0"/>
            <a:t>Visual Studio </a:t>
          </a:r>
          <a:endParaRPr lang="x-none" sz="2000" b="1" kern="1200" dirty="0"/>
        </a:p>
      </dsp:txBody>
      <dsp:txXfrm rot="10800000">
        <a:off x="1002340" y="1302283"/>
        <a:ext cx="2858879" cy="501353"/>
      </dsp:txXfrm>
    </dsp:sp>
    <dsp:sp modelId="{67C6D0DF-7B47-47E4-922B-30676A7E97D9}">
      <dsp:nvSpPr>
        <dsp:cNvPr id="0" name=""/>
        <dsp:cNvSpPr/>
      </dsp:nvSpPr>
      <dsp:spPr>
        <a:xfrm>
          <a:off x="626325" y="1302283"/>
          <a:ext cx="501353" cy="501353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48D326-F97C-4C20-9FB7-ECD5604AAD12}">
      <dsp:nvSpPr>
        <dsp:cNvPr id="0" name=""/>
        <dsp:cNvSpPr/>
      </dsp:nvSpPr>
      <dsp:spPr>
        <a:xfrm rot="10800000">
          <a:off x="877002" y="1953295"/>
          <a:ext cx="2984217" cy="501353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1083" tIns="76200" rIns="14224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/>
            <a:t>Postman</a:t>
          </a:r>
          <a:endParaRPr lang="x-none" sz="2000" b="1" kern="1200" dirty="0"/>
        </a:p>
      </dsp:txBody>
      <dsp:txXfrm rot="10800000">
        <a:off x="1002340" y="1953295"/>
        <a:ext cx="2858879" cy="501353"/>
      </dsp:txXfrm>
    </dsp:sp>
    <dsp:sp modelId="{7D541E33-5B28-4B8A-850F-B24D10B64324}">
      <dsp:nvSpPr>
        <dsp:cNvPr id="0" name=""/>
        <dsp:cNvSpPr/>
      </dsp:nvSpPr>
      <dsp:spPr>
        <a:xfrm>
          <a:off x="626325" y="1953295"/>
          <a:ext cx="501353" cy="501353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7D4B4A-E069-44A2-BCDB-7A8077C4BB51}">
      <dsp:nvSpPr>
        <dsp:cNvPr id="0" name=""/>
        <dsp:cNvSpPr/>
      </dsp:nvSpPr>
      <dsp:spPr bwMode="white">
        <a:xfrm>
          <a:off x="0" y="76199"/>
          <a:ext cx="7124700" cy="93600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i="0" kern="1200" baseline="0" dirty="0"/>
            <a:t>Component-based development for modular UI </a:t>
          </a:r>
          <a:endParaRPr lang="en-US" sz="2400" b="1" i="0" kern="1200" baseline="0" dirty="0" smtClean="0"/>
        </a:p>
      </dsp:txBody>
      <dsp:txXfrm>
        <a:off x="45692" y="121891"/>
        <a:ext cx="7033316" cy="844616"/>
      </dsp:txXfrm>
    </dsp:sp>
    <dsp:sp modelId="{2DDA8B40-291F-4869-8EAB-854E65A585EA}">
      <dsp:nvSpPr>
        <dsp:cNvPr id="0" name=""/>
        <dsp:cNvSpPr/>
      </dsp:nvSpPr>
      <dsp:spPr bwMode="white">
        <a:xfrm>
          <a:off x="0" y="1143000"/>
          <a:ext cx="7124700" cy="936000"/>
        </a:xfrm>
        <a:prstGeom prst="roundRect">
          <a:avLst/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shade val="51000"/>
                <a:satMod val="130000"/>
              </a:schemeClr>
            </a:gs>
            <a:gs pos="80000">
              <a:schemeClr val="accent4">
                <a:hueOff val="-2232385"/>
                <a:satOff val="13449"/>
                <a:lumOff val="1078"/>
                <a:alphaOff val="0"/>
                <a:shade val="93000"/>
                <a:satMod val="13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i="0" kern="1200" baseline="0" dirty="0"/>
            <a:t>Isolated API calls using dedicated service files</a:t>
          </a:r>
          <a:endParaRPr lang="en-US" sz="2400" b="1" kern="1200" dirty="0"/>
        </a:p>
      </dsp:txBody>
      <dsp:txXfrm>
        <a:off x="45692" y="1188692"/>
        <a:ext cx="7033316" cy="844616"/>
      </dsp:txXfrm>
    </dsp:sp>
    <dsp:sp modelId="{254C6AED-1997-4BB0-B998-DA98FAD65AC2}">
      <dsp:nvSpPr>
        <dsp:cNvPr id="0" name=""/>
        <dsp:cNvSpPr/>
      </dsp:nvSpPr>
      <dsp:spPr bwMode="white">
        <a:xfrm>
          <a:off x="0" y="2188200"/>
          <a:ext cx="7124700" cy="936000"/>
        </a:xfrm>
        <a:prstGeom prst="roundRect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i="0" kern="1200" baseline="0" dirty="0"/>
            <a:t>Separate controllers for each business logic block</a:t>
          </a:r>
          <a:endParaRPr lang="en-US" sz="2400" b="1" kern="1200" dirty="0"/>
        </a:p>
      </dsp:txBody>
      <dsp:txXfrm>
        <a:off x="45692" y="2233892"/>
        <a:ext cx="7033316" cy="8446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294E64-CD91-49B6-BA40-DA428B78C6E1}">
      <dsp:nvSpPr>
        <dsp:cNvPr id="0" name=""/>
        <dsp:cNvSpPr/>
      </dsp:nvSpPr>
      <dsp:spPr bwMode="white">
        <a:xfrm>
          <a:off x="0" y="23033"/>
          <a:ext cx="1595437" cy="95726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Material UI (MUI)</a:t>
          </a:r>
        </a:p>
      </dsp:txBody>
      <dsp:txXfrm>
        <a:off x="0" y="23033"/>
        <a:ext cx="1595437" cy="957262"/>
      </dsp:txXfrm>
    </dsp:sp>
    <dsp:sp modelId="{0D218A2F-AEBF-4E55-B833-0340AA61BC60}">
      <dsp:nvSpPr>
        <dsp:cNvPr id="0" name=""/>
        <dsp:cNvSpPr/>
      </dsp:nvSpPr>
      <dsp:spPr bwMode="white">
        <a:xfrm>
          <a:off x="1754981" y="23033"/>
          <a:ext cx="1595437" cy="957262"/>
        </a:xfrm>
        <a:prstGeom prst="rect">
          <a:avLst/>
        </a:prstGeom>
        <a:solidFill>
          <a:schemeClr val="accent4">
            <a:hueOff val="-558096"/>
            <a:satOff val="3362"/>
            <a:lumOff val="27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Tailwind CSS</a:t>
          </a:r>
        </a:p>
      </dsp:txBody>
      <dsp:txXfrm>
        <a:off x="1754981" y="23033"/>
        <a:ext cx="1595437" cy="957262"/>
      </dsp:txXfrm>
    </dsp:sp>
    <dsp:sp modelId="{43C0C0F3-C435-440F-85F9-EFA23065A4F7}">
      <dsp:nvSpPr>
        <dsp:cNvPr id="0" name=""/>
        <dsp:cNvSpPr/>
      </dsp:nvSpPr>
      <dsp:spPr bwMode="white">
        <a:xfrm>
          <a:off x="3509962" y="23033"/>
          <a:ext cx="1595437" cy="957262"/>
        </a:xfrm>
        <a:prstGeom prst="rect">
          <a:avLst/>
        </a:prstGeom>
        <a:solidFill>
          <a:schemeClr val="accent4">
            <a:hueOff val="-1116192"/>
            <a:satOff val="6725"/>
            <a:lumOff val="53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Axios</a:t>
          </a:r>
        </a:p>
      </dsp:txBody>
      <dsp:txXfrm>
        <a:off x="3509962" y="23033"/>
        <a:ext cx="1595437" cy="957262"/>
      </dsp:txXfrm>
    </dsp:sp>
    <dsp:sp modelId="{15FFA00F-B16E-4AFA-BFD0-458777164BD6}">
      <dsp:nvSpPr>
        <dsp:cNvPr id="0" name=""/>
        <dsp:cNvSpPr/>
      </dsp:nvSpPr>
      <dsp:spPr bwMode="white">
        <a:xfrm>
          <a:off x="0" y="1139839"/>
          <a:ext cx="1595437" cy="957262"/>
        </a:xfrm>
        <a:prstGeom prst="rect">
          <a:avLst/>
        </a:prstGeom>
        <a:solidFill>
          <a:schemeClr val="accent4">
            <a:hueOff val="-1674289"/>
            <a:satOff val="10087"/>
            <a:lumOff val="80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Chart.js</a:t>
          </a:r>
        </a:p>
      </dsp:txBody>
      <dsp:txXfrm>
        <a:off x="0" y="1139839"/>
        <a:ext cx="1595437" cy="957262"/>
      </dsp:txXfrm>
    </dsp:sp>
    <dsp:sp modelId="{23B73BF3-89E0-400C-8555-0031134F6BE9}">
      <dsp:nvSpPr>
        <dsp:cNvPr id="0" name=""/>
        <dsp:cNvSpPr/>
      </dsp:nvSpPr>
      <dsp:spPr bwMode="white">
        <a:xfrm>
          <a:off x="1754981" y="1139839"/>
          <a:ext cx="1595437" cy="957262"/>
        </a:xfrm>
        <a:prstGeom prst="rect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xlsx </a:t>
          </a:r>
        </a:p>
      </dsp:txBody>
      <dsp:txXfrm>
        <a:off x="1754981" y="1139839"/>
        <a:ext cx="1595437" cy="957262"/>
      </dsp:txXfrm>
    </dsp:sp>
    <dsp:sp modelId="{CB4788B7-481B-434F-926A-4744CA7435B4}">
      <dsp:nvSpPr>
        <dsp:cNvPr id="0" name=""/>
        <dsp:cNvSpPr/>
      </dsp:nvSpPr>
      <dsp:spPr bwMode="white">
        <a:xfrm>
          <a:off x="3509962" y="1139839"/>
          <a:ext cx="1595437" cy="957262"/>
        </a:xfrm>
        <a:prstGeom prst="rect">
          <a:avLst/>
        </a:prstGeom>
        <a:solidFill>
          <a:schemeClr val="accent4">
            <a:hueOff val="-2790481"/>
            <a:satOff val="16812"/>
            <a:lumOff val="134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MongoDB </a:t>
          </a:r>
        </a:p>
      </dsp:txBody>
      <dsp:txXfrm>
        <a:off x="3509962" y="1139839"/>
        <a:ext cx="1595437" cy="957262"/>
      </dsp:txXfrm>
    </dsp:sp>
    <dsp:sp modelId="{A60CBD13-43D0-4F53-8A6F-6BD2F6D303FB}">
      <dsp:nvSpPr>
        <dsp:cNvPr id="0" name=""/>
        <dsp:cNvSpPr/>
      </dsp:nvSpPr>
      <dsp:spPr bwMode="white">
        <a:xfrm>
          <a:off x="0" y="2256646"/>
          <a:ext cx="1595437" cy="957262"/>
        </a:xfrm>
        <a:prstGeom prst="rect">
          <a:avLst/>
        </a:prstGeom>
        <a:solidFill>
          <a:schemeClr val="accent4">
            <a:hueOff val="-3348577"/>
            <a:satOff val="20174"/>
            <a:lumOff val="161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OpenRouter AI</a:t>
          </a:r>
        </a:p>
      </dsp:txBody>
      <dsp:txXfrm>
        <a:off x="0" y="2256646"/>
        <a:ext cx="1595437" cy="957262"/>
      </dsp:txXfrm>
    </dsp:sp>
    <dsp:sp modelId="{8098AA54-CECC-493A-AF0C-6863EF93C9C1}">
      <dsp:nvSpPr>
        <dsp:cNvPr id="0" name=""/>
        <dsp:cNvSpPr/>
      </dsp:nvSpPr>
      <dsp:spPr bwMode="white">
        <a:xfrm>
          <a:off x="1754981" y="2256646"/>
          <a:ext cx="1595437" cy="957262"/>
        </a:xfrm>
        <a:prstGeom prst="rect">
          <a:avLst/>
        </a:prstGeom>
        <a:solidFill>
          <a:schemeClr val="accent4">
            <a:hueOff val="-3906673"/>
            <a:satOff val="23537"/>
            <a:lumOff val="188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/>
            <a:t>GitHub</a:t>
          </a:r>
        </a:p>
      </dsp:txBody>
      <dsp:txXfrm>
        <a:off x="1754981" y="2256646"/>
        <a:ext cx="1595437" cy="957262"/>
      </dsp:txXfrm>
    </dsp:sp>
    <dsp:sp modelId="{B44718B6-543A-4523-9728-D93F7423EDBD}">
      <dsp:nvSpPr>
        <dsp:cNvPr id="0" name=""/>
        <dsp:cNvSpPr/>
      </dsp:nvSpPr>
      <dsp:spPr bwMode="white">
        <a:xfrm>
          <a:off x="3509962" y="2256646"/>
          <a:ext cx="1595437" cy="957262"/>
        </a:xfrm>
        <a:prstGeom prst="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/>
            <a:t>Node.js / Express.js</a:t>
          </a:r>
        </a:p>
      </dsp:txBody>
      <dsp:txXfrm>
        <a:off x="3509962" y="2256646"/>
        <a:ext cx="1595437" cy="9572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#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off" val="ctr"/>
          <dgm:param type="contDir" val="sameDir"/>
          <dgm:param type="grDir" val="tL"/>
          <dgm:param type="flowDir" val="row"/>
          <dgm:param type="horzAlign" val="ctr"/>
          <dgm:param type="vertAlign" val="mid"/>
        </dgm:alg>
      </dgm:if>
      <dgm:else name="Name3">
        <dgm:alg type="snake">
          <dgm:param type="off" val="ctr"/>
          <dgm:param type="contDir" val="sameDir"/>
          <dgm:param type="grDir" val="tR"/>
          <dgm:param type="flowDir" val="row"/>
          <dgm:param type="horzAlign" val="ctr"/>
          <dgm:param type="vertAlign" val="mid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#1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#3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off" val="ctr"/>
          <dgm:param type="contDir" val="sameDir"/>
          <dgm:param type="grDir" val="tL"/>
          <dgm:param type="flowDir" val="row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#1">
  <dgm:title val=""/>
  <dgm:desc val=""/>
  <dgm:catLst>
    <dgm:cat type="3D" pri="11200"/>
  </dgm:catLst>
  <dgm:scene3d>
    <a:camera prst="orthographicFront"/>
    <a:lightRig rig="threePt" dir="t"/>
  </dgm:scene3d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240" y="1200150"/>
            <a:ext cx="5760720" cy="324040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8"/>
            <a:ext cx="5852160" cy="37804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97013" y="1200150"/>
            <a:ext cx="4321175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696F3-0CED-42B7-9BA3-658181192040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97013" y="1200150"/>
            <a:ext cx="4321175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696F3-0CED-42B7-9BA3-658181192040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97013" y="1200150"/>
            <a:ext cx="4321175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696F3-0CED-42B7-9BA3-658181192040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97013" y="1200150"/>
            <a:ext cx="4321175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system is a single, easy-to-use platform that automates the entire Final Year Project process. Its key features are: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Centralized Platform: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It brings all FYP activities for students and supervisors onto one platform.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Automated Scheduling: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It automates deadlines and meeting scheduling to keep teams organized and ensure projects are completed on time.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Guidance Tools: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It provides clear checklists and feedback tools to keep students on the right track and clarify their next steps.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DBEF9-72DF-4285-919E-5B9D838F841A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D5EA8C-31D8-4AE2-B882-84C84F479477}" type="datetimeFigureOut">
              <a:rPr lang="en-US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1F5670-D3F4-45C7-B985-727ECBBC4E3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9CD17A-954D-467D-91A5-E7BCAA89A8CF}" type="datetimeFigureOut">
              <a:rPr lang="en-US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3E33BD-E18E-4BE1-9714-EE428238917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7D8F27-B1E0-4579-A0D4-F4DE761D87B0}" type="datetimeFigureOut">
              <a:rPr lang="en-US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94A030-EF6A-4762-B30C-DE8655F57C1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E9A495-73A6-4F65-8AAC-5D89FFE343E7}" type="datetimeFigureOut">
              <a:rPr lang="en-US"/>
              <a:t>4/28/2026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67087B-68C8-47F2-B5D0-EF32CB23F8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90D62-48B1-4815-B83E-6D1A5DC794AF}" type="datetimeFigureOut">
              <a:rPr lang="en-US"/>
              <a:t>4/28/2026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497330-42CC-42AC-87F9-5A3675C691E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D49768-A570-41B7-95C0-54055C4A81EA}" type="datetimeFigureOut">
              <a:rPr lang="en-US"/>
              <a:t>4/28/2026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6CAFDE-0C38-456D-B802-21864C3F830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23B2D8-3E52-4F62-9DC4-54C38533946B}" type="datetimeFigureOut">
              <a:rPr lang="en-US"/>
              <a:t>4/28/2026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B0D651-56A8-4CE0-9D94-65BDDFDEBFA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B30D5C-5BFF-46B6-BA99-36AC4468BF79}" type="datetimeFigureOut">
              <a:rPr lang="en-US"/>
              <a:t>4/28/2026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7F8457-8BC5-42F4-9665-36B7DF8528E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9CFCE-761F-40B2-848A-CB9D594FBAFC}" type="datetimeFigureOut">
              <a:rPr lang="en-US"/>
              <a:t>4/28/2026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70734B-61FB-498A-8F45-B91ADB27494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876BE-1A06-47CE-A4A2-6C5C1D1C326F}" type="datetimeFigureOut">
              <a:rPr lang="en-US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E3F1DD-6A4D-4A6A-9723-33B3A792EBB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E2D721-3603-4DC2-ACAB-C8C719AFE1B1}" type="datetimeFigureOut">
              <a:rPr lang="en-US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A63DAF-319D-456B-AC92-51897CFD44F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00E64A2-E0A4-4DC6-9829-7CF64BBF5B65}" type="datetimeFigureOut">
              <a:rPr lang="en-US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6E01495-F694-4C46-966A-5FC739EB7C9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Senior Design Project</a:t>
            </a:r>
          </a:p>
        </p:txBody>
      </p:sp>
      <p:sp>
        <p:nvSpPr>
          <p:cNvPr id="512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marL="6350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 smtClean="0"/>
              <a:t>Riphah Capstone – </a:t>
            </a:r>
          </a:p>
          <a:p>
            <a:pPr marL="6350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 smtClean="0"/>
              <a:t>Automated FYP Management System </a:t>
            </a:r>
          </a:p>
          <a:p>
            <a:pPr marL="6350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400" dirty="0" smtClean="0"/>
              <a:t>Supervised By: Dr.Hajra Murtaza</a:t>
            </a:r>
          </a:p>
        </p:txBody>
      </p:sp>
      <p:pic>
        <p:nvPicPr>
          <p:cNvPr id="2052" name="Picture 3" descr="Riphah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3" t="4065" r="6926" b="4926"/>
          <a:stretch>
            <a:fillRect/>
          </a:stretch>
        </p:blipFill>
        <p:spPr bwMode="auto">
          <a:xfrm>
            <a:off x="4076700" y="1295400"/>
            <a:ext cx="990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Project Team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Ayesha Butt (48288)</a:t>
            </a:r>
          </a:p>
          <a:p>
            <a:pPr eaLnBrk="1" hangingPunct="1"/>
            <a:r>
              <a:rPr lang="en-US" smtClean="0"/>
              <a:t>Iman Arshad (46188)</a:t>
            </a:r>
          </a:p>
          <a:p>
            <a:pPr eaLnBrk="1" hangingPunct="1"/>
            <a:r>
              <a:rPr lang="en-US" smtClean="0"/>
              <a:t>Sana Arshad (46189)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Table of Content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dirty="0" smtClean="0"/>
              <a:t>Introduction / Background</a:t>
            </a:r>
          </a:p>
          <a:p>
            <a:pPr eaLnBrk="1" hangingPunct="1"/>
            <a:r>
              <a:rPr lang="en-US" sz="2800" dirty="0" smtClean="0"/>
              <a:t>Existing Systems</a:t>
            </a:r>
          </a:p>
          <a:p>
            <a:pPr eaLnBrk="1" hangingPunct="1"/>
            <a:r>
              <a:rPr lang="en-US" sz="2800" dirty="0" smtClean="0"/>
              <a:t>Problem Statement</a:t>
            </a:r>
          </a:p>
          <a:p>
            <a:pPr eaLnBrk="1" hangingPunct="1"/>
            <a:r>
              <a:rPr lang="en-US" sz="2800" dirty="0" smtClean="0"/>
              <a:t>System</a:t>
            </a:r>
          </a:p>
          <a:p>
            <a:pPr lvl="1" eaLnBrk="1" hangingPunct="1"/>
            <a:r>
              <a:rPr lang="en-US" sz="2400" dirty="0" smtClean="0"/>
              <a:t>Requirements Summary</a:t>
            </a:r>
          </a:p>
          <a:p>
            <a:pPr lvl="1" eaLnBrk="1" hangingPunct="1"/>
            <a:r>
              <a:rPr lang="en-US" sz="2400" dirty="0" smtClean="0"/>
              <a:t>Design Summary</a:t>
            </a:r>
          </a:p>
          <a:p>
            <a:pPr lvl="1" eaLnBrk="1" hangingPunct="1"/>
            <a:r>
              <a:rPr lang="en-US" sz="2400" dirty="0" smtClean="0"/>
              <a:t>Implementation Summary</a:t>
            </a:r>
          </a:p>
          <a:p>
            <a:pPr lvl="1" eaLnBrk="1" hangingPunct="1"/>
            <a:r>
              <a:rPr lang="en-US" sz="2400" dirty="0" smtClean="0"/>
              <a:t>Testing &amp; Evaluation Summary</a:t>
            </a:r>
          </a:p>
          <a:p>
            <a:pPr eaLnBrk="1" hangingPunct="1"/>
            <a:r>
              <a:rPr lang="en-US" sz="2800" dirty="0" smtClean="0"/>
              <a:t>Conclusion and Outlook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Introduction / Background</a:t>
            </a:r>
            <a:endParaRPr lang="en-US" dirty="0"/>
          </a:p>
        </p:txBody>
      </p:sp>
      <p:sp>
        <p:nvSpPr>
          <p:cNvPr id="8195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sym typeface="+mn-ea"/>
              </a:rPr>
              <a:t>Introduction</a:t>
            </a:r>
            <a:endParaRPr lang="en-US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1371600"/>
            <a:ext cx="8229600" cy="4340860"/>
          </a:xfrm>
        </p:spPr>
        <p:txBody>
          <a:bodyPr/>
          <a:lstStyle/>
          <a:p>
            <a:pPr eaLnBrk="1" hangingPunct="1"/>
            <a:r>
              <a:rPr lang="en-US" altLang="en-US" sz="2800" smtClean="0"/>
              <a:t>Final Year Project (FYP) is a key requirement in undergraduate programs</a:t>
            </a:r>
          </a:p>
          <a:p>
            <a:pPr eaLnBrk="1" hangingPunct="1"/>
            <a:r>
              <a:rPr lang="en-US" altLang="en-US" sz="2800" smtClean="0"/>
              <a:t>Currently, in our university FYP management is handled manually</a:t>
            </a:r>
          </a:p>
          <a:p>
            <a:pPr eaLnBrk="1" hangingPunct="1"/>
            <a:r>
              <a:rPr lang="en-US" altLang="en-US" sz="2800" smtClean="0"/>
              <a:t>Some other universities have automated systems but they are private and not accessible to us</a:t>
            </a:r>
          </a:p>
          <a:p>
            <a:pPr eaLnBrk="1" hangingPunct="1"/>
            <a:r>
              <a:rPr lang="en-US" altLang="en-US" sz="2800" smtClean="0"/>
              <a:t>There is a need for a  automated solution</a:t>
            </a:r>
          </a:p>
          <a:p>
            <a:pPr eaLnBrk="1" hangingPunct="1"/>
            <a:r>
              <a:rPr lang="en-US" altLang="en-US" sz="2800" smtClean="0"/>
              <a:t>Riphah Capstone automates the entire FYP process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Existing Systems</a:t>
            </a:r>
            <a:endParaRPr lang="en-US" dirty="0"/>
          </a:p>
        </p:txBody>
      </p:sp>
      <p:sp>
        <p:nvSpPr>
          <p:cNvPr id="10243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420547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Existing Systems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r>
              <a:rPr lang="en-US" sz="2800" dirty="0">
                <a:latin typeface="Calibri (Body)"/>
              </a:rPr>
              <a:t>FYP systems are usually proprietary and specific to each university.</a:t>
            </a:r>
          </a:p>
          <a:p>
            <a:r>
              <a:rPr lang="en-US" altLang="en-US" sz="2800" dirty="0">
                <a:latin typeface="Calibri (Body)"/>
              </a:rPr>
              <a:t>Not publicly accessible to others.</a:t>
            </a:r>
          </a:p>
          <a:p>
            <a:r>
              <a:rPr lang="en-US" altLang="en-US" sz="2800" dirty="0">
                <a:latin typeface="Calibri (Body)"/>
              </a:rPr>
              <a:t>For literature survey, we followed academic automated workflow systems.</a:t>
            </a:r>
          </a:p>
          <a:p>
            <a:pPr marL="0" indent="0" algn="just">
              <a:buNone/>
            </a:pPr>
            <a:r>
              <a:rPr lang="en-US" sz="2800" dirty="0"/>
              <a:t>                Yes = Feature exists in tool </a:t>
            </a:r>
          </a:p>
          <a:p>
            <a:pPr marL="0" indent="0" algn="just">
              <a:buNone/>
            </a:pPr>
            <a:r>
              <a:rPr lang="en-US" sz="2800" dirty="0"/>
              <a:t>                No = Not available </a:t>
            </a:r>
          </a:p>
          <a:p>
            <a:pPr marL="0" indent="0" algn="just">
              <a:buNone/>
            </a:pPr>
            <a:r>
              <a:rPr lang="en-US" dirty="0"/>
              <a:t>               </a:t>
            </a:r>
            <a:endParaRPr lang="en-US" altLang="en-US" b="1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420547" y="15748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Existing Systems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838200" y="1219201"/>
          <a:ext cx="7543801" cy="42744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5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4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2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87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10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21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4822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Features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OpenProject</a:t>
                      </a:r>
                    </a:p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Moodle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Acadly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Gradescope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Riphah Capstone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577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AI Project Title </a:t>
                      </a:r>
                    </a:p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Rewriter </a:t>
                      </a:r>
                    </a:p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 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No 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No 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No 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No 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Yes</a:t>
                      </a:r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 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91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  <a:latin typeface="+mn-lt"/>
                        </a:rPr>
                        <a:t>Supervisor Selection &amp; Smart Suggestions</a:t>
                      </a:r>
                      <a:endParaRPr lang="en-US" sz="14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No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No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No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No 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Yes</a:t>
                      </a:r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 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606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  <a:latin typeface="+mn-lt"/>
                        </a:rPr>
                        <a:t>Smart Project Readiness Checklist</a:t>
                      </a:r>
                      <a:endParaRPr lang="en-US" sz="14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No</a:t>
                      </a:r>
                      <a:endParaRPr lang="en-US" sz="14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No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No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No 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Yes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5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  <a:latin typeface="+mn-lt"/>
                        </a:rPr>
                        <a:t>Notice board</a:t>
                      </a:r>
                      <a:endParaRPr lang="en-US" sz="14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No</a:t>
                      </a:r>
                      <a:endParaRPr lang="en-US" sz="14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No</a:t>
                      </a:r>
                      <a:endParaRPr lang="en-US" sz="14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No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No 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Yes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5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FYP Journey Journal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No</a:t>
                      </a:r>
                      <a:endParaRPr lang="en-US" sz="14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No</a:t>
                      </a:r>
                      <a:endParaRPr lang="en-US" sz="14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No</a:t>
                      </a:r>
                      <a:endParaRPr lang="en-US" sz="14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No 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Yes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Existing Systems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2" y="1219200"/>
          <a:ext cx="7543798" cy="44043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51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8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5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26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87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10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21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Features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OpenProject</a:t>
                      </a:r>
                    </a:p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Moodle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Acadly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Gradescope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Riphah Capstone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Meeting Scheduler 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No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No</a:t>
                      </a:r>
                      <a:endParaRPr lang="en-US" sz="14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No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No 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Yes</a:t>
                      </a:r>
                      <a:endParaRPr lang="en-US" sz="14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  <a:latin typeface="+mn-lt"/>
                        </a:rPr>
                        <a:t>Manage Deadline</a:t>
                      </a:r>
                      <a:endParaRPr lang="en-US" sz="14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No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No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No</a:t>
                      </a:r>
                      <a:endParaRPr lang="en-US" sz="14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No </a:t>
                      </a:r>
                      <a:endParaRPr lang="en-US" sz="14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Yes</a:t>
                      </a:r>
                      <a:endParaRPr lang="en-US" sz="14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Template </a:t>
                      </a:r>
                      <a:endParaRPr lang="en-US" sz="1400" dirty="0" smtClean="0">
                        <a:effectLst/>
                        <a:latin typeface="+mn-lt"/>
                      </a:endParaRPr>
                    </a:p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 smtClean="0">
                          <a:effectLst/>
                          <a:latin typeface="+mn-lt"/>
                        </a:rPr>
                        <a:t>Enforcement</a:t>
                      </a:r>
                      <a:r>
                        <a:rPr lang="en-US" sz="1400" dirty="0">
                          <a:effectLst/>
                          <a:latin typeface="+mn-lt"/>
                        </a:rPr>
                        <a:t> 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Yes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Yes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No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No</a:t>
                      </a:r>
                      <a:endParaRPr lang="en-US" sz="14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Yes</a:t>
                      </a:r>
                      <a:endParaRPr lang="en-US" sz="14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Project Timeline &amp; Milestone Tracker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No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No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No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No 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Yes</a:t>
                      </a:r>
                      <a:endParaRPr lang="en-US" sz="14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  <a:latin typeface="+mn-lt"/>
                        </a:rPr>
                        <a:t>Evaluation Module </a:t>
                      </a:r>
                      <a:endParaRPr lang="en-US" sz="14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No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No</a:t>
                      </a:r>
                      <a:endParaRPr lang="en-US" sz="14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No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No 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Yes</a:t>
                      </a:r>
                      <a:endParaRPr lang="en-US" sz="14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Project Archive </a:t>
                      </a:r>
                      <a:endParaRPr lang="en-US" sz="1400" dirty="0" smtClean="0">
                        <a:effectLst/>
                        <a:latin typeface="+mn-lt"/>
                      </a:endParaRPr>
                    </a:p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 smtClean="0">
                          <a:effectLst/>
                          <a:latin typeface="+mn-lt"/>
                        </a:rPr>
                        <a:t>&amp;</a:t>
                      </a:r>
                      <a:r>
                        <a:rPr lang="en-US" sz="1400" dirty="0">
                          <a:effectLst/>
                          <a:latin typeface="+mn-lt"/>
                        </a:rPr>
                        <a:t> Search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No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No</a:t>
                      </a:r>
                      <a:endParaRPr lang="en-US" sz="14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No</a:t>
                      </a:r>
                      <a:endParaRPr lang="en-US" sz="14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No 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Yes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  <a:latin typeface="+mn-lt"/>
                        </a:rPr>
                        <a:t>Progress Reporting</a:t>
                      </a:r>
                      <a:endParaRPr lang="en-US" sz="14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No</a:t>
                      </a:r>
                      <a:endParaRPr lang="en-US" sz="14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No</a:t>
                      </a:r>
                      <a:endParaRPr lang="en-US" sz="14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</a:rPr>
                        <a:t>No</a:t>
                      </a:r>
                      <a:endParaRPr lang="en-US" sz="140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No 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Yes</a:t>
                      </a:r>
                      <a:endParaRPr lang="en-US" sz="14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0220" marR="6022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12291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Problem Statement 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The current FYP management process is manual and fragmented.</a:t>
            </a:r>
          </a:p>
          <a:p>
            <a:r>
              <a:rPr lang="en-US" sz="2800" dirty="0"/>
              <a:t>This causes: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Frequent miscommunication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Uneven supervisor workload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Delays in feedback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Inefficient deadline management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Reduced academic quality and productivity</a:t>
            </a:r>
          </a:p>
          <a:p>
            <a:endParaRPr lang="en-US" dirty="0"/>
          </a:p>
          <a:p>
            <a:pPr eaLnBrk="1" hangingPunct="1"/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670" y="1219200"/>
            <a:ext cx="7947660" cy="677862"/>
          </a:xfrm>
        </p:spPr>
        <p:txBody>
          <a:bodyPr/>
          <a:lstStyle/>
          <a:p>
            <a:r>
              <a:rPr lang="en-US" dirty="0"/>
              <a:t>Functional </a:t>
            </a:r>
            <a:r>
              <a:rPr lang="en-US" dirty="0" smtClean="0"/>
              <a:t>Requirements</a:t>
            </a:r>
          </a:p>
          <a:p>
            <a:pPr marL="0" indent="0">
              <a:buNone/>
            </a:pPr>
            <a:r>
              <a:rPr lang="en-US" sz="2400" i="1" dirty="0" smtClean="0"/>
              <a:t>     </a:t>
            </a:r>
            <a:r>
              <a:rPr lang="en-US" sz="2400" dirty="0" smtClean="0"/>
              <a:t>Out </a:t>
            </a:r>
            <a:r>
              <a:rPr lang="en-US" sz="2400" dirty="0"/>
              <a:t>of 25, key features are listed below</a:t>
            </a:r>
            <a:r>
              <a:rPr lang="en-US" sz="2400" i="1" dirty="0"/>
              <a:t>:</a:t>
            </a: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1028700" y="2209800"/>
            <a:ext cx="7086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AI-Powered Project Title Rewriter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Role-Based Access Control (RBAC)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Evaluation Module (Rubric-Based)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Smart Project Readiness Checklist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FYP Journey Journal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Meeting Scheduler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Project Timeline &amp; Milestone Tracker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Analytics Dashboard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Reporting Module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Project Archive </a:t>
            </a:r>
            <a:r>
              <a:rPr lang="en-US" sz="2400" dirty="0" smtClean="0">
                <a:latin typeface="+mn-lt"/>
              </a:rPr>
              <a:t> </a:t>
            </a:r>
            <a:endParaRPr lang="en-US" sz="2400" dirty="0">
              <a:latin typeface="+mn-lt"/>
            </a:endParaRPr>
          </a:p>
          <a:p>
            <a:endParaRPr lang="en-US" sz="2400" dirty="0">
              <a:latin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Non-Functional Requirements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4008647197"/>
              </p:ext>
            </p:extLst>
          </p:nvPr>
        </p:nvGraphicFramePr>
        <p:xfrm>
          <a:off x="2133600" y="2362200"/>
          <a:ext cx="4724400" cy="259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ounded Rectangular Callout 5"/>
          <p:cNvSpPr/>
          <p:nvPr/>
        </p:nvSpPr>
        <p:spPr>
          <a:xfrm>
            <a:off x="609600" y="4202750"/>
            <a:ext cx="2187786" cy="891221"/>
          </a:xfrm>
          <a:prstGeom prst="wedgeRoundRectCallout">
            <a:avLst>
              <a:gd name="adj1" fmla="val -22381"/>
              <a:gd name="adj2" fmla="val 7675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rgbClr val="0F1115"/>
                </a:solidFill>
              </a:rPr>
              <a:t>Availability testing has not been performed yet as the system is not deployed in production </a:t>
            </a:r>
            <a:r>
              <a:rPr lang="en-US" sz="1400" i="1" dirty="0" smtClean="0">
                <a:solidFill>
                  <a:srgbClr val="0F1115"/>
                </a:solidFill>
              </a:rPr>
              <a:t>environment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229600" cy="4525963"/>
          </a:xfrm>
        </p:spPr>
        <p:txBody>
          <a:bodyPr/>
          <a:lstStyle/>
          <a:p>
            <a:r>
              <a:rPr lang="en-US" sz="2800" dirty="0" smtClean="0"/>
              <a:t>Development </a:t>
            </a:r>
            <a:r>
              <a:rPr lang="en-US" sz="2800" dirty="0"/>
              <a:t>Technologies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4168356024"/>
              </p:ext>
            </p:extLst>
          </p:nvPr>
        </p:nvGraphicFramePr>
        <p:xfrm>
          <a:off x="762001" y="1981200"/>
          <a:ext cx="7010400" cy="3686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graphicFrame>
        <p:nvGraphicFramePr>
          <p:cNvPr id="6" name="Diagram 5"/>
          <p:cNvGraphicFramePr/>
          <p:nvPr/>
        </p:nvGraphicFramePr>
        <p:xfrm>
          <a:off x="1760855" y="2667000"/>
          <a:ext cx="4487545" cy="24549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1"/>
          <p:cNvSpPr txBox="1"/>
          <p:nvPr/>
        </p:nvSpPr>
        <p:spPr bwMode="auto">
          <a:xfrm>
            <a:off x="457200" y="1448012"/>
            <a:ext cx="8229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Development Tools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Best Practices / Coding Standards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2641982298"/>
              </p:ext>
            </p:extLst>
          </p:nvPr>
        </p:nvGraphicFramePr>
        <p:xfrm>
          <a:off x="914400" y="2438400"/>
          <a:ext cx="71247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Libraries / Components / Web Services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7" name="Diagram 16"/>
          <p:cNvGraphicFramePr/>
          <p:nvPr/>
        </p:nvGraphicFramePr>
        <p:xfrm>
          <a:off x="1905000" y="2244710"/>
          <a:ext cx="5105400" cy="32369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762000" y="1643896"/>
            <a:ext cx="7848600" cy="3570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Black Box Testing: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Validated system behavior using different inputs and outputs.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Tested modules like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Registration, Login, Proposal Submission,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etc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Functional Testing: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Ensured each system function performs as expected (e.g., Register, Login, Submit Proposal, Schedule Meeting).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Solution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24100" y="1567154"/>
            <a:ext cx="6019800" cy="94456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000" dirty="0">
                <a:solidFill>
                  <a:schemeClr val="tx1"/>
                </a:solidFill>
              </a:rPr>
              <a:t>Automates all FYP activities on a single, easy-to-use platform for students and supervisors</a:t>
            </a:r>
            <a:r>
              <a:rPr lang="en-US" sz="2000" dirty="0">
                <a:solidFill>
                  <a:schemeClr val="tx1"/>
                </a:solidFill>
              </a:rPr>
              <a:t> students and supervisors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24100" y="4056354"/>
            <a:ext cx="6019800" cy="94456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Automates deadlines and meeting scheduling to keep teams organized and ensure timely completion.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8200" y="2811754"/>
            <a:ext cx="5257800" cy="94456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Provides checklists and feedback to keep students on track and clarify next steps.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Conclusion and Outlook</a:t>
            </a:r>
            <a:endParaRPr lang="en-US" dirty="0"/>
          </a:p>
        </p:txBody>
      </p:sp>
      <p:sp>
        <p:nvSpPr>
          <p:cNvPr id="16387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sym typeface="+mn-ea"/>
              </a:rPr>
              <a:t>Conclusion and Outlook</a:t>
            </a:r>
            <a:endParaRPr lang="en-US" smtClean="0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z="2800" smtClean="0"/>
              <a:t>Riphah Capstone successfully automates the entire FYP process</a:t>
            </a:r>
          </a:p>
          <a:p>
            <a:pPr eaLnBrk="1" hangingPunct="1"/>
            <a:r>
              <a:rPr lang="en-US" altLang="en-US" sz="2800" smtClean="0"/>
              <a:t>Reduces manual errors, delays, and miscommunication</a:t>
            </a:r>
          </a:p>
          <a:p>
            <a:pPr eaLnBrk="1" hangingPunct="1"/>
            <a:r>
              <a:rPr lang="en-US" altLang="en-US" sz="2800" smtClean="0"/>
              <a:t>Improves transparency, efficiency, and project tracking</a:t>
            </a:r>
          </a:p>
          <a:p>
            <a:pPr eaLnBrk="1" hangingPunct="1"/>
            <a:r>
              <a:rPr lang="en-US" altLang="en-US" sz="2800" smtClean="0"/>
              <a:t>Provides a structured and user-friendly platform for all stakeholders</a:t>
            </a:r>
          </a:p>
          <a:p>
            <a:pPr eaLnBrk="1" hangingPunct="1"/>
            <a:r>
              <a:rPr lang="en-US" altLang="en-US" sz="2800" smtClean="0"/>
              <a:t>Enhances overall academic quality and performance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itle 1"/>
          <p:cNvSpPr txBox="1"/>
          <p:nvPr/>
        </p:nvSpPr>
        <p:spPr>
          <a:xfrm>
            <a:off x="1340271" y="916520"/>
            <a:ext cx="6613211" cy="136207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Calibri" panose="020F0502020204030204"/>
                <a:ea typeface="+mj-ea"/>
                <a:cs typeface="Calibri" panose="020F0502020204030204"/>
              </a:defRPr>
            </a:lvl1pPr>
          </a:lstStyle>
          <a:p>
            <a:pPr algn="ctr"/>
            <a:r>
              <a:rPr lang="ur-PK" sz="9600" kern="0" dirty="0">
                <a:solidFill>
                  <a:schemeClr val="bg1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جزاک اللہ</a:t>
            </a:r>
            <a:endParaRPr lang="en-US" sz="9600" kern="0" dirty="0">
              <a:solidFill>
                <a:schemeClr val="bg1"/>
              </a:solidFill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10000" y="3984415"/>
            <a:ext cx="277882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r-PK" sz="9600" b="1" dirty="0">
                <a:solidFill>
                  <a:schemeClr val="tx2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شکراً</a:t>
            </a:r>
            <a:endParaRPr lang="en-US" sz="9600" b="1" dirty="0">
              <a:solidFill>
                <a:schemeClr val="tx2"/>
              </a:solidFill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727</Words>
  <Application>Microsoft Office PowerPoint</Application>
  <PresentationFormat>On-screen Show (4:3)</PresentationFormat>
  <Paragraphs>228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(Body)</vt:lpstr>
      <vt:lpstr>Jameel Noori Nastaleeq</vt:lpstr>
      <vt:lpstr>Times New Roman</vt:lpstr>
      <vt:lpstr>Wingdings</vt:lpstr>
      <vt:lpstr>Office Theme</vt:lpstr>
      <vt:lpstr>Senior Design Project</vt:lpstr>
      <vt:lpstr>Project Team</vt:lpstr>
      <vt:lpstr>Table of Content</vt:lpstr>
      <vt:lpstr>Introduction / Background</vt:lpstr>
      <vt:lpstr>Introduction</vt:lpstr>
      <vt:lpstr>Existing Systems</vt:lpstr>
      <vt:lpstr>Existing Systems</vt:lpstr>
      <vt:lpstr>Existing Systems</vt:lpstr>
      <vt:lpstr>Existing Systems</vt:lpstr>
      <vt:lpstr>Problem Statement</vt:lpstr>
      <vt:lpstr>Problem Statement </vt:lpstr>
      <vt:lpstr>Requirements</vt:lpstr>
      <vt:lpstr>Requirements</vt:lpstr>
      <vt:lpstr>Implementation</vt:lpstr>
      <vt:lpstr>Implementation</vt:lpstr>
      <vt:lpstr>Implementation</vt:lpstr>
      <vt:lpstr>Implementation</vt:lpstr>
      <vt:lpstr>Testing</vt:lpstr>
      <vt:lpstr>Solution</vt:lpstr>
      <vt:lpstr>Solution</vt:lpstr>
      <vt:lpstr>Conclusion and Outlook</vt:lpstr>
      <vt:lpstr>Conclusion and Outlook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 Proposal</dc:title>
  <dc:creator>Khan</dc:creator>
  <cp:lastModifiedBy>Eman</cp:lastModifiedBy>
  <cp:revision>27</cp:revision>
  <dcterms:created xsi:type="dcterms:W3CDTF">2013-01-22T07:04:00Z</dcterms:created>
  <dcterms:modified xsi:type="dcterms:W3CDTF">2026-04-28T07:52:42Z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1496F821C07540F1BF9C368D44563D11_12</vt:lpwstr>
  </property>
</Properties>
</file>