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60" r:id="rId5"/>
    <p:sldId id="259" r:id="rId6"/>
    <p:sldId id="283" r:id="rId7"/>
    <p:sldId id="269" r:id="rId8"/>
    <p:sldId id="261" r:id="rId9"/>
    <p:sldId id="271" r:id="rId10"/>
    <p:sldId id="272" r:id="rId11"/>
    <p:sldId id="288" r:id="rId12"/>
    <p:sldId id="285" r:id="rId13"/>
    <p:sldId id="290" r:id="rId14"/>
    <p:sldId id="286" r:id="rId15"/>
    <p:sldId id="294" r:id="rId16"/>
    <p:sldId id="295" r:id="rId17"/>
    <p:sldId id="279" r:id="rId18"/>
    <p:sldId id="273" r:id="rId19"/>
    <p:sldId id="274" r:id="rId20"/>
    <p:sldId id="292" r:id="rId21"/>
    <p:sldId id="291" r:id="rId22"/>
    <p:sldId id="280" r:id="rId23"/>
    <p:sldId id="263" r:id="rId24"/>
    <p:sldId id="296" r:id="rId25"/>
    <p:sldId id="298" r:id="rId26"/>
    <p:sldId id="297" r:id="rId27"/>
    <p:sldId id="281" r:id="rId28"/>
    <p:sldId id="275" r:id="rId29"/>
    <p:sldId id="264" r:id="rId30"/>
    <p:sldId id="277" r:id="rId31"/>
    <p:sldId id="278" r:id="rId32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5019" autoAdjust="0"/>
  </p:normalViewPr>
  <p:slideViewPr>
    <p:cSldViewPr showGuides="1">
      <p:cViewPr varScale="1">
        <p:scale>
          <a:sx n="82" d="100"/>
          <a:sy n="82" d="100"/>
        </p:scale>
        <p:origin x="1488" y="67"/>
      </p:cViewPr>
      <p:guideLst>
        <p:guide orient="horz" pos="217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#2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#2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30F28B-2A28-480C-924D-66193A366CD8}" type="doc">
      <dgm:prSet loTypeId="urn:microsoft.com/office/officeart/2005/8/layout/default#1" loCatId="list" qsTypeId="urn:microsoft.com/office/officeart/2005/8/quickstyle/simple1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FA0BB09B-26E2-4103-8A60-F7C7A1F40029}">
      <dgm:prSet/>
      <dgm:spPr/>
      <dgm:t>
        <a:bodyPr/>
        <a:lstStyle/>
        <a:p>
          <a:pPr rtl="0"/>
          <a:r>
            <a:rPr lang="en-US" dirty="0"/>
            <a:t>Research </a:t>
          </a:r>
        </a:p>
      </dgm:t>
    </dgm:pt>
    <dgm:pt modelId="{82EEB675-97C0-4EBB-9A49-1EA6B7EAC1DE}" type="parTrans" cxnId="{941D3A6D-3704-43E0-8384-8446C41D4628}">
      <dgm:prSet/>
      <dgm:spPr/>
      <dgm:t>
        <a:bodyPr/>
        <a:lstStyle/>
        <a:p>
          <a:endParaRPr lang="en-US"/>
        </a:p>
      </dgm:t>
    </dgm:pt>
    <dgm:pt modelId="{CACB1388-4200-4055-9459-A51F72E9D303}" type="sibTrans" cxnId="{941D3A6D-3704-43E0-8384-8446C41D4628}">
      <dgm:prSet/>
      <dgm:spPr/>
      <dgm:t>
        <a:bodyPr/>
        <a:lstStyle/>
        <a:p>
          <a:endParaRPr lang="en-US"/>
        </a:p>
      </dgm:t>
    </dgm:pt>
    <dgm:pt modelId="{A4BB2B1A-BD75-40A7-83F5-EFE11E5A429F}">
      <dgm:prSet/>
      <dgm:spPr/>
      <dgm:t>
        <a:bodyPr/>
        <a:lstStyle/>
        <a:p>
          <a:pPr rtl="0"/>
          <a:r>
            <a:rPr lang="en-US" dirty="0"/>
            <a:t>Document </a:t>
          </a:r>
        </a:p>
      </dgm:t>
    </dgm:pt>
    <dgm:pt modelId="{A4C38CC1-4B25-4CF5-B811-2F7B36C38E44}" type="parTrans" cxnId="{AA1C73CB-DC8F-412C-8EAC-A7FA66883F43}">
      <dgm:prSet/>
      <dgm:spPr/>
      <dgm:t>
        <a:bodyPr/>
        <a:lstStyle/>
        <a:p>
          <a:endParaRPr lang="en-US"/>
        </a:p>
      </dgm:t>
    </dgm:pt>
    <dgm:pt modelId="{262F1434-5B9D-4BC4-9B21-AE3208E74A00}" type="sibTrans" cxnId="{AA1C73CB-DC8F-412C-8EAC-A7FA66883F43}">
      <dgm:prSet/>
      <dgm:spPr/>
      <dgm:t>
        <a:bodyPr/>
        <a:lstStyle/>
        <a:p>
          <a:endParaRPr lang="en-US"/>
        </a:p>
      </dgm:t>
    </dgm:pt>
    <dgm:pt modelId="{ECD68D5D-18DF-47A6-BBB5-BEE00C386CF5}">
      <dgm:prSet/>
      <dgm:spPr/>
      <dgm:t>
        <a:bodyPr/>
        <a:lstStyle/>
        <a:p>
          <a:pPr rtl="0"/>
          <a:r>
            <a:rPr lang="en-US" dirty="0" err="1"/>
            <a:t>AnalysisSelf</a:t>
          </a:r>
          <a:r>
            <a:rPr lang="en-US" dirty="0"/>
            <a:t>-Experience (Participant Observation)</a:t>
          </a:r>
        </a:p>
      </dgm:t>
    </dgm:pt>
    <dgm:pt modelId="{5C38338C-46D1-4FBC-9F9B-8511142D43D5}" type="parTrans" cxnId="{9B6698D3-3D90-4EC5-AC01-EB6EED15A8BA}">
      <dgm:prSet/>
      <dgm:spPr/>
      <dgm:t>
        <a:bodyPr/>
        <a:lstStyle/>
        <a:p>
          <a:endParaRPr lang="en-US"/>
        </a:p>
      </dgm:t>
    </dgm:pt>
    <dgm:pt modelId="{778B3B47-F3AA-40C5-A7FF-E6CF110097B0}" type="sibTrans" cxnId="{9B6698D3-3D90-4EC5-AC01-EB6EED15A8BA}">
      <dgm:prSet/>
      <dgm:spPr/>
      <dgm:t>
        <a:bodyPr/>
        <a:lstStyle/>
        <a:p>
          <a:endParaRPr lang="en-US"/>
        </a:p>
      </dgm:t>
    </dgm:pt>
    <dgm:pt modelId="{B61A2DBD-28D0-4E1A-91C1-1FA8EB376936}">
      <dgm:prSet/>
      <dgm:spPr/>
      <dgm:t>
        <a:bodyPr/>
        <a:lstStyle/>
        <a:p>
          <a:pPr rtl="0"/>
          <a:r>
            <a:rPr lang="en-US"/>
            <a:t>Observation</a:t>
          </a:r>
        </a:p>
      </dgm:t>
    </dgm:pt>
    <dgm:pt modelId="{B035EF60-AAC9-4186-A2BA-6491BE06928D}" type="parTrans" cxnId="{3F75A2FE-AD3C-4707-A17D-CCA28841ABFD}">
      <dgm:prSet/>
      <dgm:spPr/>
      <dgm:t>
        <a:bodyPr/>
        <a:lstStyle/>
        <a:p>
          <a:endParaRPr lang="en-US"/>
        </a:p>
      </dgm:t>
    </dgm:pt>
    <dgm:pt modelId="{4C30E98D-89C5-423B-8FD3-24A9F3C2D5F0}" type="sibTrans" cxnId="{3F75A2FE-AD3C-4707-A17D-CCA28841ABFD}">
      <dgm:prSet/>
      <dgm:spPr/>
      <dgm:t>
        <a:bodyPr/>
        <a:lstStyle/>
        <a:p>
          <a:endParaRPr lang="en-US"/>
        </a:p>
      </dgm:t>
    </dgm:pt>
    <dgm:pt modelId="{A25BDD09-01CF-4428-A0AE-A859F8347ECA}" type="pres">
      <dgm:prSet presAssocID="{C630F28B-2A28-480C-924D-66193A366CD8}" presName="diagram" presStyleCnt="0">
        <dgm:presLayoutVars>
          <dgm:dir/>
          <dgm:resizeHandles val="exact"/>
        </dgm:presLayoutVars>
      </dgm:prSet>
      <dgm:spPr/>
    </dgm:pt>
    <dgm:pt modelId="{7ED31D27-43E2-4B59-8C44-A30D7894A1EC}" type="pres">
      <dgm:prSet presAssocID="{FA0BB09B-26E2-4103-8A60-F7C7A1F40029}" presName="node" presStyleLbl="node1" presStyleIdx="0" presStyleCnt="4" custLinFactNeighborX="-942" custLinFactNeighborY="7505">
        <dgm:presLayoutVars>
          <dgm:bulletEnabled val="1"/>
        </dgm:presLayoutVars>
      </dgm:prSet>
      <dgm:spPr/>
    </dgm:pt>
    <dgm:pt modelId="{A3DB48CF-FBC9-4086-9DAC-93D66E83C65C}" type="pres">
      <dgm:prSet presAssocID="{CACB1388-4200-4055-9459-A51F72E9D303}" presName="sibTrans" presStyleCnt="0"/>
      <dgm:spPr/>
    </dgm:pt>
    <dgm:pt modelId="{612BFCA1-4827-46C1-85A9-43A3AE1A4E51}" type="pres">
      <dgm:prSet presAssocID="{A4BB2B1A-BD75-40A7-83F5-EFE11E5A429F}" presName="node" presStyleLbl="node1" presStyleIdx="1" presStyleCnt="4">
        <dgm:presLayoutVars>
          <dgm:bulletEnabled val="1"/>
        </dgm:presLayoutVars>
      </dgm:prSet>
      <dgm:spPr/>
    </dgm:pt>
    <dgm:pt modelId="{15D1CF81-E59F-452C-BA86-46BAD8ABF7C3}" type="pres">
      <dgm:prSet presAssocID="{262F1434-5B9D-4BC4-9B21-AE3208E74A00}" presName="sibTrans" presStyleCnt="0"/>
      <dgm:spPr/>
    </dgm:pt>
    <dgm:pt modelId="{AA98BB46-094C-470B-A853-64211A5EC37C}" type="pres">
      <dgm:prSet presAssocID="{ECD68D5D-18DF-47A6-BBB5-BEE00C386CF5}" presName="node" presStyleLbl="node1" presStyleIdx="2" presStyleCnt="4">
        <dgm:presLayoutVars>
          <dgm:bulletEnabled val="1"/>
        </dgm:presLayoutVars>
      </dgm:prSet>
      <dgm:spPr/>
    </dgm:pt>
    <dgm:pt modelId="{64D26796-B69A-4D78-B2DC-3C567F061548}" type="pres">
      <dgm:prSet presAssocID="{778B3B47-F3AA-40C5-A7FF-E6CF110097B0}" presName="sibTrans" presStyleCnt="0"/>
      <dgm:spPr/>
    </dgm:pt>
    <dgm:pt modelId="{A85B97D1-5954-4E4A-B9E0-C3F862DABE56}" type="pres">
      <dgm:prSet presAssocID="{B61A2DBD-28D0-4E1A-91C1-1FA8EB376936}" presName="node" presStyleLbl="node1" presStyleIdx="3" presStyleCnt="4">
        <dgm:presLayoutVars>
          <dgm:bulletEnabled val="1"/>
        </dgm:presLayoutVars>
      </dgm:prSet>
      <dgm:spPr/>
    </dgm:pt>
  </dgm:ptLst>
  <dgm:cxnLst>
    <dgm:cxn modelId="{2BC6B221-638C-4B8D-8A16-13C337EAA849}" type="presOf" srcId="{A4BB2B1A-BD75-40A7-83F5-EFE11E5A429F}" destId="{612BFCA1-4827-46C1-85A9-43A3AE1A4E51}" srcOrd="0" destOrd="0" presId="urn:microsoft.com/office/officeart/2005/8/layout/default#1"/>
    <dgm:cxn modelId="{479B093E-8116-485E-A2B9-A42172385025}" type="presOf" srcId="{ECD68D5D-18DF-47A6-BBB5-BEE00C386CF5}" destId="{AA98BB46-094C-470B-A853-64211A5EC37C}" srcOrd="0" destOrd="0" presId="urn:microsoft.com/office/officeart/2005/8/layout/default#1"/>
    <dgm:cxn modelId="{3419984B-AF1F-4EE2-9A83-341B304DD07C}" type="presOf" srcId="{C630F28B-2A28-480C-924D-66193A366CD8}" destId="{A25BDD09-01CF-4428-A0AE-A859F8347ECA}" srcOrd="0" destOrd="0" presId="urn:microsoft.com/office/officeart/2005/8/layout/default#1"/>
    <dgm:cxn modelId="{941D3A6D-3704-43E0-8384-8446C41D4628}" srcId="{C630F28B-2A28-480C-924D-66193A366CD8}" destId="{FA0BB09B-26E2-4103-8A60-F7C7A1F40029}" srcOrd="0" destOrd="0" parTransId="{82EEB675-97C0-4EBB-9A49-1EA6B7EAC1DE}" sibTransId="{CACB1388-4200-4055-9459-A51F72E9D303}"/>
    <dgm:cxn modelId="{42BDD74D-1491-4163-984A-5BB7EA87BD5B}" type="presOf" srcId="{B61A2DBD-28D0-4E1A-91C1-1FA8EB376936}" destId="{A85B97D1-5954-4E4A-B9E0-C3F862DABE56}" srcOrd="0" destOrd="0" presId="urn:microsoft.com/office/officeart/2005/8/layout/default#1"/>
    <dgm:cxn modelId="{AA1C73CB-DC8F-412C-8EAC-A7FA66883F43}" srcId="{C630F28B-2A28-480C-924D-66193A366CD8}" destId="{A4BB2B1A-BD75-40A7-83F5-EFE11E5A429F}" srcOrd="1" destOrd="0" parTransId="{A4C38CC1-4B25-4CF5-B811-2F7B36C38E44}" sibTransId="{262F1434-5B9D-4BC4-9B21-AE3208E74A00}"/>
    <dgm:cxn modelId="{9B6698D3-3D90-4EC5-AC01-EB6EED15A8BA}" srcId="{C630F28B-2A28-480C-924D-66193A366CD8}" destId="{ECD68D5D-18DF-47A6-BBB5-BEE00C386CF5}" srcOrd="2" destOrd="0" parTransId="{5C38338C-46D1-4FBC-9F9B-8511142D43D5}" sibTransId="{778B3B47-F3AA-40C5-A7FF-E6CF110097B0}"/>
    <dgm:cxn modelId="{C4B4D9EC-44A2-4769-8D97-51CE2700FDB1}" type="presOf" srcId="{FA0BB09B-26E2-4103-8A60-F7C7A1F40029}" destId="{7ED31D27-43E2-4B59-8C44-A30D7894A1EC}" srcOrd="0" destOrd="0" presId="urn:microsoft.com/office/officeart/2005/8/layout/default#1"/>
    <dgm:cxn modelId="{3F75A2FE-AD3C-4707-A17D-CCA28841ABFD}" srcId="{C630F28B-2A28-480C-924D-66193A366CD8}" destId="{B61A2DBD-28D0-4E1A-91C1-1FA8EB376936}" srcOrd="3" destOrd="0" parTransId="{B035EF60-AAC9-4186-A2BA-6491BE06928D}" sibTransId="{4C30E98D-89C5-423B-8FD3-24A9F3C2D5F0}"/>
    <dgm:cxn modelId="{9480DA1F-2CB5-40B8-8459-D6E80F1B1E1E}" type="presParOf" srcId="{A25BDD09-01CF-4428-A0AE-A859F8347ECA}" destId="{7ED31D27-43E2-4B59-8C44-A30D7894A1EC}" srcOrd="0" destOrd="0" presId="urn:microsoft.com/office/officeart/2005/8/layout/default#1"/>
    <dgm:cxn modelId="{3E8E4F17-132F-4982-9D0B-B287BA1CDD93}" type="presParOf" srcId="{A25BDD09-01CF-4428-A0AE-A859F8347ECA}" destId="{A3DB48CF-FBC9-4086-9DAC-93D66E83C65C}" srcOrd="1" destOrd="0" presId="urn:microsoft.com/office/officeart/2005/8/layout/default#1"/>
    <dgm:cxn modelId="{0FAE2F83-5FBE-4863-AC3E-6227DC17F0EF}" type="presParOf" srcId="{A25BDD09-01CF-4428-A0AE-A859F8347ECA}" destId="{612BFCA1-4827-46C1-85A9-43A3AE1A4E51}" srcOrd="2" destOrd="0" presId="urn:microsoft.com/office/officeart/2005/8/layout/default#1"/>
    <dgm:cxn modelId="{BCAD3B8B-71DA-4D62-848D-A62A12F57C15}" type="presParOf" srcId="{A25BDD09-01CF-4428-A0AE-A859F8347ECA}" destId="{15D1CF81-E59F-452C-BA86-46BAD8ABF7C3}" srcOrd="3" destOrd="0" presId="urn:microsoft.com/office/officeart/2005/8/layout/default#1"/>
    <dgm:cxn modelId="{587B9900-CFE9-4D1F-8723-FB721C7A6DA8}" type="presParOf" srcId="{A25BDD09-01CF-4428-A0AE-A859F8347ECA}" destId="{AA98BB46-094C-470B-A853-64211A5EC37C}" srcOrd="4" destOrd="0" presId="urn:microsoft.com/office/officeart/2005/8/layout/default#1"/>
    <dgm:cxn modelId="{879719AC-13FA-4B56-8CB1-CAFD72D98999}" type="presParOf" srcId="{A25BDD09-01CF-4428-A0AE-A859F8347ECA}" destId="{64D26796-B69A-4D78-B2DC-3C567F061548}" srcOrd="5" destOrd="0" presId="urn:microsoft.com/office/officeart/2005/8/layout/default#1"/>
    <dgm:cxn modelId="{3F7AF4BE-A393-4DE9-9078-D15CFF26EF08}" type="presParOf" srcId="{A25BDD09-01CF-4428-A0AE-A859F8347ECA}" destId="{A85B97D1-5954-4E4A-B9E0-C3F862DABE56}" srcOrd="6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513145-1343-4F86-885D-1B379F8323A0}" type="doc">
      <dgm:prSet loTypeId="urn:microsoft.com/office/officeart/2005/8/layout/vList5" loCatId="list" qsTypeId="urn:microsoft.com/office/officeart/2005/8/quickstyle/simple1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699EB9E5-4D89-412B-BAA9-E70629F182E9}">
      <dgm:prSet/>
      <dgm:spPr/>
      <dgm:t>
        <a:bodyPr/>
        <a:lstStyle/>
        <a:p>
          <a:pPr rtl="0"/>
          <a:r>
            <a:rPr lang="en-US" b="0" i="0" baseline="0" dirty="0"/>
            <a:t>Secure </a:t>
          </a:r>
          <a:r>
            <a:rPr lang="en-US" b="1" i="0" baseline="0" dirty="0"/>
            <a:t>User Registration &amp; Authentication</a:t>
          </a:r>
          <a:r>
            <a:rPr lang="en-US" b="0" i="0" baseline="0" dirty="0"/>
            <a:t> for Students, Supervisors, Coordinators, and Admins</a:t>
          </a:r>
          <a:endParaRPr lang="en-US" dirty="0"/>
        </a:p>
      </dgm:t>
    </dgm:pt>
    <dgm:pt modelId="{C712F130-1EB7-454D-B126-C84355AD4FE9}" type="parTrans" cxnId="{7FD73847-F78C-4115-93E4-18875CCEBF75}">
      <dgm:prSet/>
      <dgm:spPr/>
      <dgm:t>
        <a:bodyPr/>
        <a:lstStyle/>
        <a:p>
          <a:endParaRPr lang="en-US"/>
        </a:p>
      </dgm:t>
    </dgm:pt>
    <dgm:pt modelId="{164F8A36-D885-4ADD-9A8B-77350A819FD1}" type="sibTrans" cxnId="{7FD73847-F78C-4115-93E4-18875CCEBF75}">
      <dgm:prSet/>
      <dgm:spPr/>
      <dgm:t>
        <a:bodyPr/>
        <a:lstStyle/>
        <a:p>
          <a:endParaRPr lang="en-US"/>
        </a:p>
      </dgm:t>
    </dgm:pt>
    <dgm:pt modelId="{D51E5346-C9E7-45A4-90EE-068371A22C7A}">
      <dgm:prSet/>
      <dgm:spPr/>
      <dgm:t>
        <a:bodyPr/>
        <a:lstStyle/>
        <a:p>
          <a:pPr rtl="0"/>
          <a:r>
            <a:rPr lang="en-US" b="1" i="0" baseline="0"/>
            <a:t>Role-Based Access Control (RBAC)</a:t>
          </a:r>
          <a:r>
            <a:rPr lang="en-US" b="0" i="0" baseline="0"/>
            <a:t> for feature visibility and permissions</a:t>
          </a:r>
          <a:endParaRPr lang="en-US"/>
        </a:p>
      </dgm:t>
    </dgm:pt>
    <dgm:pt modelId="{434B23BE-768F-4B2C-A79A-CF812DC865EB}" type="parTrans" cxnId="{649E2A38-540D-47A2-9684-87DBB5A30BD4}">
      <dgm:prSet/>
      <dgm:spPr/>
      <dgm:t>
        <a:bodyPr/>
        <a:lstStyle/>
        <a:p>
          <a:endParaRPr lang="en-US"/>
        </a:p>
      </dgm:t>
    </dgm:pt>
    <dgm:pt modelId="{9AC06716-ED39-43B5-AF71-D8B1ACFC8E37}" type="sibTrans" cxnId="{649E2A38-540D-47A2-9684-87DBB5A30BD4}">
      <dgm:prSet/>
      <dgm:spPr/>
      <dgm:t>
        <a:bodyPr/>
        <a:lstStyle/>
        <a:p>
          <a:endParaRPr lang="en-US"/>
        </a:p>
      </dgm:t>
    </dgm:pt>
    <dgm:pt modelId="{96902B10-F70C-48CE-9346-AE5F65F7A38C}">
      <dgm:prSet/>
      <dgm:spPr/>
      <dgm:t>
        <a:bodyPr/>
        <a:lstStyle/>
        <a:p>
          <a:pPr rtl="0"/>
          <a:r>
            <a:rPr lang="en-US" b="1" i="0" baseline="0"/>
            <a:t>Group Formation</a:t>
          </a:r>
          <a:r>
            <a:rPr lang="en-US" b="0" i="0" baseline="0"/>
            <a:t> up to three members with leader control</a:t>
          </a:r>
          <a:endParaRPr lang="en-US"/>
        </a:p>
      </dgm:t>
    </dgm:pt>
    <dgm:pt modelId="{5E5BB5F4-1E5A-493C-895E-756021E839D3}" type="parTrans" cxnId="{E7BDBB21-4840-4464-B6B2-B24C3FEEFB3F}">
      <dgm:prSet/>
      <dgm:spPr/>
      <dgm:t>
        <a:bodyPr/>
        <a:lstStyle/>
        <a:p>
          <a:endParaRPr lang="en-US"/>
        </a:p>
      </dgm:t>
    </dgm:pt>
    <dgm:pt modelId="{2CAE0084-783B-4563-8409-0A3D00F7C3F4}" type="sibTrans" cxnId="{E7BDBB21-4840-4464-B6B2-B24C3FEEFB3F}">
      <dgm:prSet/>
      <dgm:spPr/>
      <dgm:t>
        <a:bodyPr/>
        <a:lstStyle/>
        <a:p>
          <a:endParaRPr lang="en-US"/>
        </a:p>
      </dgm:t>
    </dgm:pt>
    <dgm:pt modelId="{704FD30F-5042-4681-B9E0-64E7D397C1D1}">
      <dgm:prSet/>
      <dgm:spPr/>
      <dgm:t>
        <a:bodyPr/>
        <a:lstStyle/>
        <a:p>
          <a:pPr rtl="0"/>
          <a:r>
            <a:rPr lang="en-US" b="1" i="0" baseline="0"/>
            <a:t>Project Idea Submission &amp; Review</a:t>
          </a:r>
          <a:r>
            <a:rPr lang="en-US" b="0" i="0" baseline="0"/>
            <a:t> by supervisors</a:t>
          </a:r>
          <a:endParaRPr lang="en-US"/>
        </a:p>
      </dgm:t>
    </dgm:pt>
    <dgm:pt modelId="{FDC2D94D-32E3-4060-B789-9F7932076A7E}" type="parTrans" cxnId="{9672B7E6-7EC6-4DA6-BBA8-F51A7EEC84C2}">
      <dgm:prSet/>
      <dgm:spPr/>
      <dgm:t>
        <a:bodyPr/>
        <a:lstStyle/>
        <a:p>
          <a:endParaRPr lang="en-US"/>
        </a:p>
      </dgm:t>
    </dgm:pt>
    <dgm:pt modelId="{CDCF72EC-EB33-43BE-8670-AAB20521FE2E}" type="sibTrans" cxnId="{9672B7E6-7EC6-4DA6-BBA8-F51A7EEC84C2}">
      <dgm:prSet/>
      <dgm:spPr/>
      <dgm:t>
        <a:bodyPr/>
        <a:lstStyle/>
        <a:p>
          <a:endParaRPr lang="en-US"/>
        </a:p>
      </dgm:t>
    </dgm:pt>
    <dgm:pt modelId="{5F77A825-D1BE-4C65-9FCB-02C6900B8F1C}">
      <dgm:prSet/>
      <dgm:spPr/>
      <dgm:t>
        <a:bodyPr/>
        <a:lstStyle/>
        <a:p>
          <a:pPr rtl="0"/>
          <a:r>
            <a:rPr lang="en-US" b="1" i="0" baseline="0"/>
            <a:t>AI-Powered Project Title Rewriter</a:t>
          </a:r>
          <a:r>
            <a:rPr lang="en-US" b="0" i="0" baseline="0"/>
            <a:t> for improved project titles</a:t>
          </a:r>
          <a:endParaRPr lang="en-US"/>
        </a:p>
      </dgm:t>
    </dgm:pt>
    <dgm:pt modelId="{5DF80940-589E-46E9-A2B4-7980729EAEA3}" type="parTrans" cxnId="{55813A55-1C84-4CFF-B9F8-F832BF37504C}">
      <dgm:prSet/>
      <dgm:spPr/>
      <dgm:t>
        <a:bodyPr/>
        <a:lstStyle/>
        <a:p>
          <a:endParaRPr lang="en-US"/>
        </a:p>
      </dgm:t>
    </dgm:pt>
    <dgm:pt modelId="{EE87B241-BA01-4BB9-9F31-238EF7FB7E97}" type="sibTrans" cxnId="{55813A55-1C84-4CFF-B9F8-F832BF37504C}">
      <dgm:prSet/>
      <dgm:spPr/>
      <dgm:t>
        <a:bodyPr/>
        <a:lstStyle/>
        <a:p>
          <a:endParaRPr lang="en-US"/>
        </a:p>
      </dgm:t>
    </dgm:pt>
    <dgm:pt modelId="{0CE26DB3-2B4C-4292-A3CE-4E1C53EE1911}">
      <dgm:prSet/>
      <dgm:spPr/>
      <dgm:t>
        <a:bodyPr/>
        <a:lstStyle/>
        <a:p>
          <a:pPr rtl="0"/>
          <a:r>
            <a:rPr lang="en-US" b="1" i="0" baseline="0"/>
            <a:t>Supervisor Selection</a:t>
          </a:r>
          <a:r>
            <a:rPr lang="en-US" b="0" i="0" baseline="0"/>
            <a:t> based on expertise and availability</a:t>
          </a:r>
          <a:endParaRPr lang="en-US"/>
        </a:p>
      </dgm:t>
    </dgm:pt>
    <dgm:pt modelId="{DB0C3435-BA3A-438B-A0E8-C6EA3E5A080C}" type="parTrans" cxnId="{92E8CFFB-C963-4BBF-821A-5D4BBAF9ED29}">
      <dgm:prSet/>
      <dgm:spPr/>
      <dgm:t>
        <a:bodyPr/>
        <a:lstStyle/>
        <a:p>
          <a:endParaRPr lang="en-US"/>
        </a:p>
      </dgm:t>
    </dgm:pt>
    <dgm:pt modelId="{4CE61B0B-7E22-4F76-A8E6-91CE8C0ABC5E}" type="sibTrans" cxnId="{92E8CFFB-C963-4BBF-821A-5D4BBAF9ED29}">
      <dgm:prSet/>
      <dgm:spPr/>
      <dgm:t>
        <a:bodyPr/>
        <a:lstStyle/>
        <a:p>
          <a:endParaRPr lang="en-US"/>
        </a:p>
      </dgm:t>
    </dgm:pt>
    <dgm:pt modelId="{684FC8D0-EB66-4BE8-AC6E-58F0C686034D}">
      <dgm:prSet/>
      <dgm:spPr/>
      <dgm:t>
        <a:bodyPr/>
        <a:lstStyle/>
        <a:p>
          <a:pPr rtl="0"/>
          <a:r>
            <a:rPr lang="en-US" b="1" i="0" baseline="0"/>
            <a:t>Proposal Finalization &amp; Submission</a:t>
          </a:r>
          <a:r>
            <a:rPr lang="en-US" b="0" i="0" baseline="0"/>
            <a:t> using standard templates</a:t>
          </a:r>
          <a:endParaRPr lang="en-US"/>
        </a:p>
      </dgm:t>
    </dgm:pt>
    <dgm:pt modelId="{0D2DD9C9-9744-4823-8A4A-89C181CDD723}" type="parTrans" cxnId="{DFF03816-9A80-4B76-9F62-930211BE66BF}">
      <dgm:prSet/>
      <dgm:spPr/>
      <dgm:t>
        <a:bodyPr/>
        <a:lstStyle/>
        <a:p>
          <a:endParaRPr lang="en-US"/>
        </a:p>
      </dgm:t>
    </dgm:pt>
    <dgm:pt modelId="{E3AF17BE-430A-42E9-8661-013BE7471356}" type="sibTrans" cxnId="{DFF03816-9A80-4B76-9F62-930211BE66BF}">
      <dgm:prSet/>
      <dgm:spPr/>
      <dgm:t>
        <a:bodyPr/>
        <a:lstStyle/>
        <a:p>
          <a:endParaRPr lang="en-US"/>
        </a:p>
      </dgm:t>
    </dgm:pt>
    <dgm:pt modelId="{22C71B04-D5BD-424D-80A1-1484B2DB53EA}">
      <dgm:prSet/>
      <dgm:spPr/>
      <dgm:t>
        <a:bodyPr/>
        <a:lstStyle/>
        <a:p>
          <a:pPr rtl="0"/>
          <a:r>
            <a:rPr lang="en-US" b="1" i="0" baseline="0" dirty="0"/>
            <a:t>Template Enforcement &amp; Auto-Download</a:t>
          </a:r>
          <a:r>
            <a:rPr lang="en-US" b="0" i="0" baseline="0" dirty="0"/>
            <a:t> for official formats</a:t>
          </a:r>
          <a:endParaRPr lang="en-US" dirty="0"/>
        </a:p>
      </dgm:t>
    </dgm:pt>
    <dgm:pt modelId="{04EA2698-9222-4245-BA6A-D5DB721E6A61}" type="parTrans" cxnId="{9D396FCF-E924-47A6-AA91-9BCDD04B4D94}">
      <dgm:prSet/>
      <dgm:spPr/>
      <dgm:t>
        <a:bodyPr/>
        <a:lstStyle/>
        <a:p>
          <a:endParaRPr lang="en-US"/>
        </a:p>
      </dgm:t>
    </dgm:pt>
    <dgm:pt modelId="{1ACBC6E8-A853-4DFB-B69C-AE3AAF021B9C}" type="sibTrans" cxnId="{9D396FCF-E924-47A6-AA91-9BCDD04B4D94}">
      <dgm:prSet/>
      <dgm:spPr/>
      <dgm:t>
        <a:bodyPr/>
        <a:lstStyle/>
        <a:p>
          <a:endParaRPr lang="en-US"/>
        </a:p>
      </dgm:t>
    </dgm:pt>
    <dgm:pt modelId="{EF83F47D-EE4C-4692-91EA-CC70C04E9471}" type="pres">
      <dgm:prSet presAssocID="{3A513145-1343-4F86-885D-1B379F8323A0}" presName="Name0" presStyleCnt="0">
        <dgm:presLayoutVars>
          <dgm:dir/>
          <dgm:animLvl val="lvl"/>
          <dgm:resizeHandles val="exact"/>
        </dgm:presLayoutVars>
      </dgm:prSet>
      <dgm:spPr/>
    </dgm:pt>
    <dgm:pt modelId="{EB26DD0E-F1C5-4CCD-91AC-9B877CC54EE3}" type="pres">
      <dgm:prSet presAssocID="{699EB9E5-4D89-412B-BAA9-E70629F182E9}" presName="linNode" presStyleCnt="0"/>
      <dgm:spPr/>
    </dgm:pt>
    <dgm:pt modelId="{A74FA9B1-DD42-47BF-A03C-9E603FD3E686}" type="pres">
      <dgm:prSet presAssocID="{699EB9E5-4D89-412B-BAA9-E70629F182E9}" presName="parentText" presStyleLbl="node1" presStyleIdx="0" presStyleCnt="8">
        <dgm:presLayoutVars>
          <dgm:chMax val="1"/>
          <dgm:bulletEnabled val="1"/>
        </dgm:presLayoutVars>
      </dgm:prSet>
      <dgm:spPr/>
    </dgm:pt>
    <dgm:pt modelId="{F171BF1E-91D2-46BB-976C-A069DB05D505}" type="pres">
      <dgm:prSet presAssocID="{164F8A36-D885-4ADD-9A8B-77350A819FD1}" presName="sp" presStyleCnt="0"/>
      <dgm:spPr/>
    </dgm:pt>
    <dgm:pt modelId="{1400A923-5706-4F37-A746-122710EC1400}" type="pres">
      <dgm:prSet presAssocID="{D51E5346-C9E7-45A4-90EE-068371A22C7A}" presName="linNode" presStyleCnt="0"/>
      <dgm:spPr/>
    </dgm:pt>
    <dgm:pt modelId="{C13F16EF-3EDA-4623-B0F8-6A1D2F0D329C}" type="pres">
      <dgm:prSet presAssocID="{D51E5346-C9E7-45A4-90EE-068371A22C7A}" presName="parentText" presStyleLbl="node1" presStyleIdx="1" presStyleCnt="8">
        <dgm:presLayoutVars>
          <dgm:chMax val="1"/>
          <dgm:bulletEnabled val="1"/>
        </dgm:presLayoutVars>
      </dgm:prSet>
      <dgm:spPr/>
    </dgm:pt>
    <dgm:pt modelId="{DC0662A8-7F69-44EE-A7E5-26F13D96B254}" type="pres">
      <dgm:prSet presAssocID="{9AC06716-ED39-43B5-AF71-D8B1ACFC8E37}" presName="sp" presStyleCnt="0"/>
      <dgm:spPr/>
    </dgm:pt>
    <dgm:pt modelId="{A8989223-19EB-4C1E-949F-E22C650AFCEC}" type="pres">
      <dgm:prSet presAssocID="{96902B10-F70C-48CE-9346-AE5F65F7A38C}" presName="linNode" presStyleCnt="0"/>
      <dgm:spPr/>
    </dgm:pt>
    <dgm:pt modelId="{FF1EC32C-E950-4CAF-AA2A-DE3DF4CBEF0C}" type="pres">
      <dgm:prSet presAssocID="{96902B10-F70C-48CE-9346-AE5F65F7A38C}" presName="parentText" presStyleLbl="node1" presStyleIdx="2" presStyleCnt="8">
        <dgm:presLayoutVars>
          <dgm:chMax val="1"/>
          <dgm:bulletEnabled val="1"/>
        </dgm:presLayoutVars>
      </dgm:prSet>
      <dgm:spPr/>
    </dgm:pt>
    <dgm:pt modelId="{4F277EE7-994C-41AD-8BCB-1A2213E68C7A}" type="pres">
      <dgm:prSet presAssocID="{2CAE0084-783B-4563-8409-0A3D00F7C3F4}" presName="sp" presStyleCnt="0"/>
      <dgm:spPr/>
    </dgm:pt>
    <dgm:pt modelId="{EF80D7DF-1478-4A28-88EA-365F09BCDBAE}" type="pres">
      <dgm:prSet presAssocID="{704FD30F-5042-4681-B9E0-64E7D397C1D1}" presName="linNode" presStyleCnt="0"/>
      <dgm:spPr/>
    </dgm:pt>
    <dgm:pt modelId="{20E45A6B-09E6-4DCE-8613-F23CB5BDF0B1}" type="pres">
      <dgm:prSet presAssocID="{704FD30F-5042-4681-B9E0-64E7D397C1D1}" presName="parentText" presStyleLbl="node1" presStyleIdx="3" presStyleCnt="8">
        <dgm:presLayoutVars>
          <dgm:chMax val="1"/>
          <dgm:bulletEnabled val="1"/>
        </dgm:presLayoutVars>
      </dgm:prSet>
      <dgm:spPr/>
    </dgm:pt>
    <dgm:pt modelId="{DA5FCAAD-0B20-459D-B81A-2D8D40DFF841}" type="pres">
      <dgm:prSet presAssocID="{CDCF72EC-EB33-43BE-8670-AAB20521FE2E}" presName="sp" presStyleCnt="0"/>
      <dgm:spPr/>
    </dgm:pt>
    <dgm:pt modelId="{6BA68775-5F70-448B-9897-68AD86ED7F9C}" type="pres">
      <dgm:prSet presAssocID="{5F77A825-D1BE-4C65-9FCB-02C6900B8F1C}" presName="linNode" presStyleCnt="0"/>
      <dgm:spPr/>
    </dgm:pt>
    <dgm:pt modelId="{0628D7C8-C852-419E-8F38-74BAF85037D0}" type="pres">
      <dgm:prSet presAssocID="{5F77A825-D1BE-4C65-9FCB-02C6900B8F1C}" presName="parentText" presStyleLbl="node1" presStyleIdx="4" presStyleCnt="8">
        <dgm:presLayoutVars>
          <dgm:chMax val="1"/>
          <dgm:bulletEnabled val="1"/>
        </dgm:presLayoutVars>
      </dgm:prSet>
      <dgm:spPr/>
    </dgm:pt>
    <dgm:pt modelId="{0C7A2AA8-2DB3-4156-833E-382C947AC9E5}" type="pres">
      <dgm:prSet presAssocID="{EE87B241-BA01-4BB9-9F31-238EF7FB7E97}" presName="sp" presStyleCnt="0"/>
      <dgm:spPr/>
    </dgm:pt>
    <dgm:pt modelId="{47C5052E-6C0D-4136-A295-7FE7A203F072}" type="pres">
      <dgm:prSet presAssocID="{0CE26DB3-2B4C-4292-A3CE-4E1C53EE1911}" presName="linNode" presStyleCnt="0"/>
      <dgm:spPr/>
    </dgm:pt>
    <dgm:pt modelId="{0B6E0086-886E-4F5F-ADA5-3769D262542F}" type="pres">
      <dgm:prSet presAssocID="{0CE26DB3-2B4C-4292-A3CE-4E1C53EE1911}" presName="parentText" presStyleLbl="node1" presStyleIdx="5" presStyleCnt="8">
        <dgm:presLayoutVars>
          <dgm:chMax val="1"/>
          <dgm:bulletEnabled val="1"/>
        </dgm:presLayoutVars>
      </dgm:prSet>
      <dgm:spPr/>
    </dgm:pt>
    <dgm:pt modelId="{3A1A801B-CF1D-45A5-9E56-1261231D2340}" type="pres">
      <dgm:prSet presAssocID="{4CE61B0B-7E22-4F76-A8E6-91CE8C0ABC5E}" presName="sp" presStyleCnt="0"/>
      <dgm:spPr/>
    </dgm:pt>
    <dgm:pt modelId="{ABC2AE1D-DFEA-44E0-8EC4-883F5B8C2ADC}" type="pres">
      <dgm:prSet presAssocID="{684FC8D0-EB66-4BE8-AC6E-58F0C686034D}" presName="linNode" presStyleCnt="0"/>
      <dgm:spPr/>
    </dgm:pt>
    <dgm:pt modelId="{BA38B819-13C0-4C65-AE71-505CFC9C9458}" type="pres">
      <dgm:prSet presAssocID="{684FC8D0-EB66-4BE8-AC6E-58F0C686034D}" presName="parentText" presStyleLbl="node1" presStyleIdx="6" presStyleCnt="8">
        <dgm:presLayoutVars>
          <dgm:chMax val="1"/>
          <dgm:bulletEnabled val="1"/>
        </dgm:presLayoutVars>
      </dgm:prSet>
      <dgm:spPr/>
    </dgm:pt>
    <dgm:pt modelId="{937B8C11-78DA-486C-8936-D30229037B35}" type="pres">
      <dgm:prSet presAssocID="{E3AF17BE-430A-42E9-8661-013BE7471356}" presName="sp" presStyleCnt="0"/>
      <dgm:spPr/>
    </dgm:pt>
    <dgm:pt modelId="{271DC3DF-51CE-4C7A-8C78-52B9ACAE49C6}" type="pres">
      <dgm:prSet presAssocID="{22C71B04-D5BD-424D-80A1-1484B2DB53EA}" presName="linNode" presStyleCnt="0"/>
      <dgm:spPr/>
    </dgm:pt>
    <dgm:pt modelId="{16CFD0DC-B66E-4489-8A75-EF80070F7D38}" type="pres">
      <dgm:prSet presAssocID="{22C71B04-D5BD-424D-80A1-1484B2DB53EA}" presName="parentText" presStyleLbl="node1" presStyleIdx="7" presStyleCnt="8">
        <dgm:presLayoutVars>
          <dgm:chMax val="1"/>
          <dgm:bulletEnabled val="1"/>
        </dgm:presLayoutVars>
      </dgm:prSet>
      <dgm:spPr/>
    </dgm:pt>
  </dgm:ptLst>
  <dgm:cxnLst>
    <dgm:cxn modelId="{79B35303-9BCC-4891-93C3-C3B70EA6F682}" type="presOf" srcId="{704FD30F-5042-4681-B9E0-64E7D397C1D1}" destId="{20E45A6B-09E6-4DCE-8613-F23CB5BDF0B1}" srcOrd="0" destOrd="0" presId="urn:microsoft.com/office/officeart/2005/8/layout/vList5"/>
    <dgm:cxn modelId="{E0C2A105-3BCD-4A76-96C3-62E463146E57}" type="presOf" srcId="{684FC8D0-EB66-4BE8-AC6E-58F0C686034D}" destId="{BA38B819-13C0-4C65-AE71-505CFC9C9458}" srcOrd="0" destOrd="0" presId="urn:microsoft.com/office/officeart/2005/8/layout/vList5"/>
    <dgm:cxn modelId="{1106F705-504F-4BD7-80CA-3BFD975D03DF}" type="presOf" srcId="{22C71B04-D5BD-424D-80A1-1484B2DB53EA}" destId="{16CFD0DC-B66E-4489-8A75-EF80070F7D38}" srcOrd="0" destOrd="0" presId="urn:microsoft.com/office/officeart/2005/8/layout/vList5"/>
    <dgm:cxn modelId="{A720E313-D5AE-4EE2-A58C-C87918DEABC6}" type="presOf" srcId="{96902B10-F70C-48CE-9346-AE5F65F7A38C}" destId="{FF1EC32C-E950-4CAF-AA2A-DE3DF4CBEF0C}" srcOrd="0" destOrd="0" presId="urn:microsoft.com/office/officeart/2005/8/layout/vList5"/>
    <dgm:cxn modelId="{DFF03816-9A80-4B76-9F62-930211BE66BF}" srcId="{3A513145-1343-4F86-885D-1B379F8323A0}" destId="{684FC8D0-EB66-4BE8-AC6E-58F0C686034D}" srcOrd="6" destOrd="0" parTransId="{0D2DD9C9-9744-4823-8A4A-89C181CDD723}" sibTransId="{E3AF17BE-430A-42E9-8661-013BE7471356}"/>
    <dgm:cxn modelId="{E7BDBB21-4840-4464-B6B2-B24C3FEEFB3F}" srcId="{3A513145-1343-4F86-885D-1B379F8323A0}" destId="{96902B10-F70C-48CE-9346-AE5F65F7A38C}" srcOrd="2" destOrd="0" parTransId="{5E5BB5F4-1E5A-493C-895E-756021E839D3}" sibTransId="{2CAE0084-783B-4563-8409-0A3D00F7C3F4}"/>
    <dgm:cxn modelId="{443F9A28-C526-4E37-ADF6-0F7912337305}" type="presOf" srcId="{3A513145-1343-4F86-885D-1B379F8323A0}" destId="{EF83F47D-EE4C-4692-91EA-CC70C04E9471}" srcOrd="0" destOrd="0" presId="urn:microsoft.com/office/officeart/2005/8/layout/vList5"/>
    <dgm:cxn modelId="{649E2A38-540D-47A2-9684-87DBB5A30BD4}" srcId="{3A513145-1343-4F86-885D-1B379F8323A0}" destId="{D51E5346-C9E7-45A4-90EE-068371A22C7A}" srcOrd="1" destOrd="0" parTransId="{434B23BE-768F-4B2C-A79A-CF812DC865EB}" sibTransId="{9AC06716-ED39-43B5-AF71-D8B1ACFC8E37}"/>
    <dgm:cxn modelId="{7FD73847-F78C-4115-93E4-18875CCEBF75}" srcId="{3A513145-1343-4F86-885D-1B379F8323A0}" destId="{699EB9E5-4D89-412B-BAA9-E70629F182E9}" srcOrd="0" destOrd="0" parTransId="{C712F130-1EB7-454D-B126-C84355AD4FE9}" sibTransId="{164F8A36-D885-4ADD-9A8B-77350A819FD1}"/>
    <dgm:cxn modelId="{55813A55-1C84-4CFF-B9F8-F832BF37504C}" srcId="{3A513145-1343-4F86-885D-1B379F8323A0}" destId="{5F77A825-D1BE-4C65-9FCB-02C6900B8F1C}" srcOrd="4" destOrd="0" parTransId="{5DF80940-589E-46E9-A2B4-7980729EAEA3}" sibTransId="{EE87B241-BA01-4BB9-9F31-238EF7FB7E97}"/>
    <dgm:cxn modelId="{5AAE3992-9EDC-441C-B255-3C346DCD3D81}" type="presOf" srcId="{699EB9E5-4D89-412B-BAA9-E70629F182E9}" destId="{A74FA9B1-DD42-47BF-A03C-9E603FD3E686}" srcOrd="0" destOrd="0" presId="urn:microsoft.com/office/officeart/2005/8/layout/vList5"/>
    <dgm:cxn modelId="{2A6FA8A2-8A56-4E7F-8C33-3B410DF9E48A}" type="presOf" srcId="{0CE26DB3-2B4C-4292-A3CE-4E1C53EE1911}" destId="{0B6E0086-886E-4F5F-ADA5-3769D262542F}" srcOrd="0" destOrd="0" presId="urn:microsoft.com/office/officeart/2005/8/layout/vList5"/>
    <dgm:cxn modelId="{9D396FCF-E924-47A6-AA91-9BCDD04B4D94}" srcId="{3A513145-1343-4F86-885D-1B379F8323A0}" destId="{22C71B04-D5BD-424D-80A1-1484B2DB53EA}" srcOrd="7" destOrd="0" parTransId="{04EA2698-9222-4245-BA6A-D5DB721E6A61}" sibTransId="{1ACBC6E8-A853-4DFB-B69C-AE3AAF021B9C}"/>
    <dgm:cxn modelId="{9672B7E6-7EC6-4DA6-BBA8-F51A7EEC84C2}" srcId="{3A513145-1343-4F86-885D-1B379F8323A0}" destId="{704FD30F-5042-4681-B9E0-64E7D397C1D1}" srcOrd="3" destOrd="0" parTransId="{FDC2D94D-32E3-4060-B789-9F7932076A7E}" sibTransId="{CDCF72EC-EB33-43BE-8670-AAB20521FE2E}"/>
    <dgm:cxn modelId="{920E0BEF-B66D-46E2-9BA7-0FF2AC065318}" type="presOf" srcId="{5F77A825-D1BE-4C65-9FCB-02C6900B8F1C}" destId="{0628D7C8-C852-419E-8F38-74BAF85037D0}" srcOrd="0" destOrd="0" presId="urn:microsoft.com/office/officeart/2005/8/layout/vList5"/>
    <dgm:cxn modelId="{92E8CFFB-C963-4BBF-821A-5D4BBAF9ED29}" srcId="{3A513145-1343-4F86-885D-1B379F8323A0}" destId="{0CE26DB3-2B4C-4292-A3CE-4E1C53EE1911}" srcOrd="5" destOrd="0" parTransId="{DB0C3435-BA3A-438B-A0E8-C6EA3E5A080C}" sibTransId="{4CE61B0B-7E22-4F76-A8E6-91CE8C0ABC5E}"/>
    <dgm:cxn modelId="{BF41E5FD-6B32-4441-9C62-00DA81F04CFE}" type="presOf" srcId="{D51E5346-C9E7-45A4-90EE-068371A22C7A}" destId="{C13F16EF-3EDA-4623-B0F8-6A1D2F0D329C}" srcOrd="0" destOrd="0" presId="urn:microsoft.com/office/officeart/2005/8/layout/vList5"/>
    <dgm:cxn modelId="{CB6BB013-CA14-4639-9AC9-CBA5448F63AE}" type="presParOf" srcId="{EF83F47D-EE4C-4692-91EA-CC70C04E9471}" destId="{EB26DD0E-F1C5-4CCD-91AC-9B877CC54EE3}" srcOrd="0" destOrd="0" presId="urn:microsoft.com/office/officeart/2005/8/layout/vList5"/>
    <dgm:cxn modelId="{B97DABCD-23B6-42F2-A18A-17B277BB0F0C}" type="presParOf" srcId="{EB26DD0E-F1C5-4CCD-91AC-9B877CC54EE3}" destId="{A74FA9B1-DD42-47BF-A03C-9E603FD3E686}" srcOrd="0" destOrd="0" presId="urn:microsoft.com/office/officeart/2005/8/layout/vList5"/>
    <dgm:cxn modelId="{8384880A-A587-4567-BA76-7D2C342634B1}" type="presParOf" srcId="{EF83F47D-EE4C-4692-91EA-CC70C04E9471}" destId="{F171BF1E-91D2-46BB-976C-A069DB05D505}" srcOrd="1" destOrd="0" presId="urn:microsoft.com/office/officeart/2005/8/layout/vList5"/>
    <dgm:cxn modelId="{D91591A0-9A9A-4FE1-831B-CB387FC4CBDE}" type="presParOf" srcId="{EF83F47D-EE4C-4692-91EA-CC70C04E9471}" destId="{1400A923-5706-4F37-A746-122710EC1400}" srcOrd="2" destOrd="0" presId="urn:microsoft.com/office/officeart/2005/8/layout/vList5"/>
    <dgm:cxn modelId="{CAD279B1-C999-4C0A-8310-08A2537629A5}" type="presParOf" srcId="{1400A923-5706-4F37-A746-122710EC1400}" destId="{C13F16EF-3EDA-4623-B0F8-6A1D2F0D329C}" srcOrd="0" destOrd="0" presId="urn:microsoft.com/office/officeart/2005/8/layout/vList5"/>
    <dgm:cxn modelId="{ECEC486A-84CC-48D2-8D2E-A235CC7CA7B6}" type="presParOf" srcId="{EF83F47D-EE4C-4692-91EA-CC70C04E9471}" destId="{DC0662A8-7F69-44EE-A7E5-26F13D96B254}" srcOrd="3" destOrd="0" presId="urn:microsoft.com/office/officeart/2005/8/layout/vList5"/>
    <dgm:cxn modelId="{78FB3CF2-79ED-44B8-9E7A-1AB68012DB33}" type="presParOf" srcId="{EF83F47D-EE4C-4692-91EA-CC70C04E9471}" destId="{A8989223-19EB-4C1E-949F-E22C650AFCEC}" srcOrd="4" destOrd="0" presId="urn:microsoft.com/office/officeart/2005/8/layout/vList5"/>
    <dgm:cxn modelId="{A9641CB3-6649-466C-8038-D9DFAEBE3CAF}" type="presParOf" srcId="{A8989223-19EB-4C1E-949F-E22C650AFCEC}" destId="{FF1EC32C-E950-4CAF-AA2A-DE3DF4CBEF0C}" srcOrd="0" destOrd="0" presId="urn:microsoft.com/office/officeart/2005/8/layout/vList5"/>
    <dgm:cxn modelId="{E2E980BD-D19A-4FE3-9F30-44F6BDB8575A}" type="presParOf" srcId="{EF83F47D-EE4C-4692-91EA-CC70C04E9471}" destId="{4F277EE7-994C-41AD-8BCB-1A2213E68C7A}" srcOrd="5" destOrd="0" presId="urn:microsoft.com/office/officeart/2005/8/layout/vList5"/>
    <dgm:cxn modelId="{3C858C8C-643D-4363-9D84-A8D37857F4C2}" type="presParOf" srcId="{EF83F47D-EE4C-4692-91EA-CC70C04E9471}" destId="{EF80D7DF-1478-4A28-88EA-365F09BCDBAE}" srcOrd="6" destOrd="0" presId="urn:microsoft.com/office/officeart/2005/8/layout/vList5"/>
    <dgm:cxn modelId="{EDA3817B-5625-434B-84A6-55E7405AC9A2}" type="presParOf" srcId="{EF80D7DF-1478-4A28-88EA-365F09BCDBAE}" destId="{20E45A6B-09E6-4DCE-8613-F23CB5BDF0B1}" srcOrd="0" destOrd="0" presId="urn:microsoft.com/office/officeart/2005/8/layout/vList5"/>
    <dgm:cxn modelId="{479DCA97-9952-444F-80DE-7E37D7F8BB99}" type="presParOf" srcId="{EF83F47D-EE4C-4692-91EA-CC70C04E9471}" destId="{DA5FCAAD-0B20-459D-B81A-2D8D40DFF841}" srcOrd="7" destOrd="0" presId="urn:microsoft.com/office/officeart/2005/8/layout/vList5"/>
    <dgm:cxn modelId="{01CC737C-C869-4228-959E-E8A2046323B4}" type="presParOf" srcId="{EF83F47D-EE4C-4692-91EA-CC70C04E9471}" destId="{6BA68775-5F70-448B-9897-68AD86ED7F9C}" srcOrd="8" destOrd="0" presId="urn:microsoft.com/office/officeart/2005/8/layout/vList5"/>
    <dgm:cxn modelId="{8A552D31-BFB9-42CA-99A3-DA42FB2A1B05}" type="presParOf" srcId="{6BA68775-5F70-448B-9897-68AD86ED7F9C}" destId="{0628D7C8-C852-419E-8F38-74BAF85037D0}" srcOrd="0" destOrd="0" presId="urn:microsoft.com/office/officeart/2005/8/layout/vList5"/>
    <dgm:cxn modelId="{0BB93D7A-3076-4FF6-907D-888A421BAF55}" type="presParOf" srcId="{EF83F47D-EE4C-4692-91EA-CC70C04E9471}" destId="{0C7A2AA8-2DB3-4156-833E-382C947AC9E5}" srcOrd="9" destOrd="0" presId="urn:microsoft.com/office/officeart/2005/8/layout/vList5"/>
    <dgm:cxn modelId="{9BD82EA1-04DC-48A4-9407-2930F72DAD99}" type="presParOf" srcId="{EF83F47D-EE4C-4692-91EA-CC70C04E9471}" destId="{47C5052E-6C0D-4136-A295-7FE7A203F072}" srcOrd="10" destOrd="0" presId="urn:microsoft.com/office/officeart/2005/8/layout/vList5"/>
    <dgm:cxn modelId="{9D4D3D1A-B5E9-4DF5-9A75-D17D667AD4D7}" type="presParOf" srcId="{47C5052E-6C0D-4136-A295-7FE7A203F072}" destId="{0B6E0086-886E-4F5F-ADA5-3769D262542F}" srcOrd="0" destOrd="0" presId="urn:microsoft.com/office/officeart/2005/8/layout/vList5"/>
    <dgm:cxn modelId="{1CFDDE6B-C018-4E5D-8C95-C5D894830CF6}" type="presParOf" srcId="{EF83F47D-EE4C-4692-91EA-CC70C04E9471}" destId="{3A1A801B-CF1D-45A5-9E56-1261231D2340}" srcOrd="11" destOrd="0" presId="urn:microsoft.com/office/officeart/2005/8/layout/vList5"/>
    <dgm:cxn modelId="{BD3CEB69-9F1B-446D-8DE2-0717FE25137B}" type="presParOf" srcId="{EF83F47D-EE4C-4692-91EA-CC70C04E9471}" destId="{ABC2AE1D-DFEA-44E0-8EC4-883F5B8C2ADC}" srcOrd="12" destOrd="0" presId="urn:microsoft.com/office/officeart/2005/8/layout/vList5"/>
    <dgm:cxn modelId="{8D1192A2-24FD-462E-A67D-B984C6B82B7D}" type="presParOf" srcId="{ABC2AE1D-DFEA-44E0-8EC4-883F5B8C2ADC}" destId="{BA38B819-13C0-4C65-AE71-505CFC9C9458}" srcOrd="0" destOrd="0" presId="urn:microsoft.com/office/officeart/2005/8/layout/vList5"/>
    <dgm:cxn modelId="{339507D0-6B25-4365-BB4F-B7D4E51371AB}" type="presParOf" srcId="{EF83F47D-EE4C-4692-91EA-CC70C04E9471}" destId="{937B8C11-78DA-486C-8936-D30229037B35}" srcOrd="13" destOrd="0" presId="urn:microsoft.com/office/officeart/2005/8/layout/vList5"/>
    <dgm:cxn modelId="{6378F94A-908B-4E16-847F-BD1EC9FF1189}" type="presParOf" srcId="{EF83F47D-EE4C-4692-91EA-CC70C04E9471}" destId="{271DC3DF-51CE-4C7A-8C78-52B9ACAE49C6}" srcOrd="14" destOrd="0" presId="urn:microsoft.com/office/officeart/2005/8/layout/vList5"/>
    <dgm:cxn modelId="{7EBA3B7F-7F4E-4DFF-A290-8FF52FFB6BE9}" type="presParOf" srcId="{271DC3DF-51CE-4C7A-8C78-52B9ACAE49C6}" destId="{16CFD0DC-B66E-4489-8A75-EF80070F7D3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513145-1343-4F86-885D-1B379F8323A0}" type="doc">
      <dgm:prSet loTypeId="urn:microsoft.com/office/officeart/2005/8/layout/vList5" loCatId="list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AF86D652-B0B5-4F92-A1A4-6AA890168B9E}">
      <dgm:prSet/>
      <dgm:spPr/>
      <dgm:t>
        <a:bodyPr/>
        <a:lstStyle/>
        <a:p>
          <a:r>
            <a:rPr lang="en-US" b="1"/>
            <a:t>Google Drive Auto Backup</a:t>
          </a:r>
          <a:r>
            <a:rPr lang="en-US"/>
            <a:t> for all submissions</a:t>
          </a:r>
        </a:p>
      </dgm:t>
    </dgm:pt>
    <dgm:pt modelId="{A3217C08-791E-40E6-B955-4681ECEA9B26}" type="parTrans" cxnId="{65C83721-8C83-4B88-9C2F-3AAE5D196787}">
      <dgm:prSet/>
      <dgm:spPr/>
      <dgm:t>
        <a:bodyPr/>
        <a:lstStyle/>
        <a:p>
          <a:endParaRPr lang="en-US"/>
        </a:p>
      </dgm:t>
    </dgm:pt>
    <dgm:pt modelId="{896E930C-4376-4A96-91A8-1CC77407896C}" type="sibTrans" cxnId="{65C83721-8C83-4B88-9C2F-3AAE5D196787}">
      <dgm:prSet/>
      <dgm:spPr/>
      <dgm:t>
        <a:bodyPr/>
        <a:lstStyle/>
        <a:p>
          <a:endParaRPr lang="en-US"/>
        </a:p>
      </dgm:t>
    </dgm:pt>
    <dgm:pt modelId="{72DF39C1-513F-4DCF-9FCD-D2613425BD7C}">
      <dgm:prSet/>
      <dgm:spPr/>
      <dgm:t>
        <a:bodyPr/>
        <a:lstStyle/>
        <a:p>
          <a:r>
            <a:rPr lang="en-US" b="1"/>
            <a:t>FYP Journey Journal</a:t>
          </a:r>
          <a:r>
            <a:rPr lang="en-US"/>
            <a:t> auto-generated weekly activity reports</a:t>
          </a:r>
        </a:p>
      </dgm:t>
    </dgm:pt>
    <dgm:pt modelId="{461FDD6F-BAF1-4F87-A294-1FAE5016C65D}" type="parTrans" cxnId="{07F5C431-FCBD-49D1-B4CC-E5ADEBF8F153}">
      <dgm:prSet/>
      <dgm:spPr/>
      <dgm:t>
        <a:bodyPr/>
        <a:lstStyle/>
        <a:p>
          <a:endParaRPr lang="en-US"/>
        </a:p>
      </dgm:t>
    </dgm:pt>
    <dgm:pt modelId="{573AF08D-85B6-4F15-98EB-8B19CF7F5E20}" type="sibTrans" cxnId="{07F5C431-FCBD-49D1-B4CC-E5ADEBF8F153}">
      <dgm:prSet/>
      <dgm:spPr/>
      <dgm:t>
        <a:bodyPr/>
        <a:lstStyle/>
        <a:p>
          <a:endParaRPr lang="en-US"/>
        </a:p>
      </dgm:t>
    </dgm:pt>
    <dgm:pt modelId="{439E3608-EBC3-4C8C-BC1E-271F86D55CC3}">
      <dgm:prSet/>
      <dgm:spPr/>
      <dgm:t>
        <a:bodyPr/>
        <a:lstStyle/>
        <a:p>
          <a:r>
            <a:rPr lang="en-US" b="1"/>
            <a:t>Project Archive &amp; Search</a:t>
          </a:r>
          <a:r>
            <a:rPr lang="en-US"/>
            <a:t> for completed FYPs</a:t>
          </a:r>
        </a:p>
      </dgm:t>
    </dgm:pt>
    <dgm:pt modelId="{A164332B-16EA-4427-A7E5-951256DBABF6}" type="parTrans" cxnId="{4D59DCA4-C9BC-4BBD-A7D5-78A0A1711043}">
      <dgm:prSet/>
      <dgm:spPr/>
      <dgm:t>
        <a:bodyPr/>
        <a:lstStyle/>
        <a:p>
          <a:endParaRPr lang="en-US"/>
        </a:p>
      </dgm:t>
    </dgm:pt>
    <dgm:pt modelId="{D8A84E12-C838-40CF-9ED3-D3CF4697009A}" type="sibTrans" cxnId="{4D59DCA4-C9BC-4BBD-A7D5-78A0A1711043}">
      <dgm:prSet/>
      <dgm:spPr/>
      <dgm:t>
        <a:bodyPr/>
        <a:lstStyle/>
        <a:p>
          <a:endParaRPr lang="en-US"/>
        </a:p>
      </dgm:t>
    </dgm:pt>
    <dgm:pt modelId="{4FF40419-B17C-440F-BB4D-FEF669312017}">
      <dgm:prSet/>
      <dgm:spPr/>
      <dgm:t>
        <a:bodyPr/>
        <a:lstStyle/>
        <a:p>
          <a:r>
            <a:rPr lang="en-US" b="1"/>
            <a:t>Reporting Module</a:t>
          </a:r>
          <a:r>
            <a:rPr lang="en-US"/>
            <a:t> (PDF / Excel export)</a:t>
          </a:r>
        </a:p>
      </dgm:t>
    </dgm:pt>
    <dgm:pt modelId="{195BAD51-EEC2-46A7-A510-84CA2F1DC2D4}" type="parTrans" cxnId="{04D5C377-A960-4D13-BC31-8E9E40E7C6E6}">
      <dgm:prSet/>
      <dgm:spPr/>
      <dgm:t>
        <a:bodyPr/>
        <a:lstStyle/>
        <a:p>
          <a:endParaRPr lang="en-US"/>
        </a:p>
      </dgm:t>
    </dgm:pt>
    <dgm:pt modelId="{D2A2F6A8-B67B-41C9-A98D-66A4758BE605}" type="sibTrans" cxnId="{04D5C377-A960-4D13-BC31-8E9E40E7C6E6}">
      <dgm:prSet/>
      <dgm:spPr/>
      <dgm:t>
        <a:bodyPr/>
        <a:lstStyle/>
        <a:p>
          <a:endParaRPr lang="en-US"/>
        </a:p>
      </dgm:t>
    </dgm:pt>
    <dgm:pt modelId="{1340F3C7-872D-420A-8E65-4924C0ADB1E0}">
      <dgm:prSet/>
      <dgm:spPr/>
      <dgm:t>
        <a:bodyPr/>
        <a:lstStyle/>
        <a:p>
          <a:r>
            <a:rPr lang="en-US" b="1"/>
            <a:t>Noticeboard</a:t>
          </a:r>
          <a:r>
            <a:rPr lang="en-US"/>
            <a:t> for announcements and updates</a:t>
          </a:r>
        </a:p>
      </dgm:t>
    </dgm:pt>
    <dgm:pt modelId="{4E93ECF1-4258-49FB-99F2-1D39887F5164}" type="parTrans" cxnId="{1F62CCC7-868B-4A19-8443-D99980120292}">
      <dgm:prSet/>
      <dgm:spPr/>
      <dgm:t>
        <a:bodyPr/>
        <a:lstStyle/>
        <a:p>
          <a:endParaRPr lang="en-US"/>
        </a:p>
      </dgm:t>
    </dgm:pt>
    <dgm:pt modelId="{6CA61E82-0FDD-40B4-8324-CAAE3067988B}" type="sibTrans" cxnId="{1F62CCC7-868B-4A19-8443-D99980120292}">
      <dgm:prSet/>
      <dgm:spPr/>
      <dgm:t>
        <a:bodyPr/>
        <a:lstStyle/>
        <a:p>
          <a:endParaRPr lang="en-US"/>
        </a:p>
      </dgm:t>
    </dgm:pt>
    <dgm:pt modelId="{C24EF45A-8A4E-4538-83C6-E91AEFBA7B22}">
      <dgm:prSet/>
      <dgm:spPr/>
      <dgm:t>
        <a:bodyPr/>
        <a:lstStyle/>
        <a:p>
          <a:r>
            <a:rPr lang="en-US" b="1"/>
            <a:t>Excel Upload (Admin)</a:t>
          </a:r>
          <a:r>
            <a:rPr lang="en-US"/>
            <a:t> for bulk user registration</a:t>
          </a:r>
        </a:p>
      </dgm:t>
    </dgm:pt>
    <dgm:pt modelId="{A4C4777F-1E82-4AC2-A4A9-A54905B74629}" type="parTrans" cxnId="{F911B576-CCD2-44F0-A1DB-0380AB7CF01D}">
      <dgm:prSet/>
      <dgm:spPr/>
      <dgm:t>
        <a:bodyPr/>
        <a:lstStyle/>
        <a:p>
          <a:endParaRPr lang="en-US"/>
        </a:p>
      </dgm:t>
    </dgm:pt>
    <dgm:pt modelId="{4D885E8B-63E4-4E82-B825-FB646D330E1D}" type="sibTrans" cxnId="{F911B576-CCD2-44F0-A1DB-0380AB7CF01D}">
      <dgm:prSet/>
      <dgm:spPr/>
      <dgm:t>
        <a:bodyPr/>
        <a:lstStyle/>
        <a:p>
          <a:endParaRPr lang="en-US"/>
        </a:p>
      </dgm:t>
    </dgm:pt>
    <dgm:pt modelId="{597DEA71-24DC-4345-B13E-3D60BB9A6D3A}">
      <dgm:prSet/>
      <dgm:spPr/>
      <dgm:t>
        <a:bodyPr/>
        <a:lstStyle/>
        <a:p>
          <a:r>
            <a:rPr lang="en-US" b="1"/>
            <a:t>Change Password</a:t>
          </a:r>
          <a:r>
            <a:rPr lang="en-US"/>
            <a:t> (first login / anytime)</a:t>
          </a:r>
        </a:p>
      </dgm:t>
    </dgm:pt>
    <dgm:pt modelId="{6A683B8B-8370-4D7B-B851-2AAB6343918D}" type="parTrans" cxnId="{D7389CB3-48B8-4531-99BB-3ED54FBFA002}">
      <dgm:prSet/>
      <dgm:spPr/>
      <dgm:t>
        <a:bodyPr/>
        <a:lstStyle/>
        <a:p>
          <a:endParaRPr lang="en-US"/>
        </a:p>
      </dgm:t>
    </dgm:pt>
    <dgm:pt modelId="{2421F8A0-50C1-4ED4-BB5F-F644D9D38D04}" type="sibTrans" cxnId="{D7389CB3-48B8-4531-99BB-3ED54FBFA002}">
      <dgm:prSet/>
      <dgm:spPr/>
      <dgm:t>
        <a:bodyPr/>
        <a:lstStyle/>
        <a:p>
          <a:endParaRPr lang="en-US"/>
        </a:p>
      </dgm:t>
    </dgm:pt>
    <dgm:pt modelId="{B9AC642C-0483-4845-9CB2-55F536E822B0}">
      <dgm:prSet/>
      <dgm:spPr/>
      <dgm:t>
        <a:bodyPr/>
        <a:lstStyle/>
        <a:p>
          <a:r>
            <a:rPr lang="en-US" b="1"/>
            <a:t>Supervisor Slot Management</a:t>
          </a:r>
          <a:r>
            <a:rPr lang="en-US"/>
            <a:t> with capacity control</a:t>
          </a:r>
        </a:p>
      </dgm:t>
    </dgm:pt>
    <dgm:pt modelId="{6BE448A6-AE90-464F-B268-C266FE394EB4}" type="parTrans" cxnId="{3ADE8C3A-2D31-4421-87B3-333FB81985D7}">
      <dgm:prSet/>
      <dgm:spPr/>
      <dgm:t>
        <a:bodyPr/>
        <a:lstStyle/>
        <a:p>
          <a:endParaRPr lang="en-US"/>
        </a:p>
      </dgm:t>
    </dgm:pt>
    <dgm:pt modelId="{9D68BB87-97AA-440F-8543-9F5B17BD82C2}" type="sibTrans" cxnId="{3ADE8C3A-2D31-4421-87B3-333FB81985D7}">
      <dgm:prSet/>
      <dgm:spPr/>
      <dgm:t>
        <a:bodyPr/>
        <a:lstStyle/>
        <a:p>
          <a:endParaRPr lang="en-US"/>
        </a:p>
      </dgm:t>
    </dgm:pt>
    <dgm:pt modelId="{6FB56CDE-A417-46B0-948D-5124A10C76A7}">
      <dgm:prSet/>
      <dgm:spPr/>
      <dgm:t>
        <a:bodyPr/>
        <a:lstStyle/>
        <a:p>
          <a:r>
            <a:rPr lang="en-US" b="1"/>
            <a:t>Approved Students</a:t>
          </a:r>
          <a:r>
            <a:rPr lang="en-US"/>
            <a:t> verification by Admin</a:t>
          </a:r>
        </a:p>
      </dgm:t>
    </dgm:pt>
    <dgm:pt modelId="{12C9559F-4F93-41DC-81B0-346B623BA4EA}" type="parTrans" cxnId="{5265B003-ED20-4EA3-B185-24538BB2E395}">
      <dgm:prSet/>
      <dgm:spPr/>
      <dgm:t>
        <a:bodyPr/>
        <a:lstStyle/>
        <a:p>
          <a:endParaRPr lang="en-US"/>
        </a:p>
      </dgm:t>
    </dgm:pt>
    <dgm:pt modelId="{6695BFE0-ACF6-4F9D-8ECA-9DEB1A6A642B}" type="sibTrans" cxnId="{5265B003-ED20-4EA3-B185-24538BB2E395}">
      <dgm:prSet/>
      <dgm:spPr/>
      <dgm:t>
        <a:bodyPr/>
        <a:lstStyle/>
        <a:p>
          <a:endParaRPr lang="en-US"/>
        </a:p>
      </dgm:t>
    </dgm:pt>
    <dgm:pt modelId="{EF83F47D-EE4C-4692-91EA-CC70C04E9471}" type="pres">
      <dgm:prSet presAssocID="{3A513145-1343-4F86-885D-1B379F8323A0}" presName="Name0" presStyleCnt="0">
        <dgm:presLayoutVars>
          <dgm:dir/>
          <dgm:animLvl val="lvl"/>
          <dgm:resizeHandles val="exact"/>
        </dgm:presLayoutVars>
      </dgm:prSet>
      <dgm:spPr/>
    </dgm:pt>
    <dgm:pt modelId="{ADDF5D17-0F29-42F6-99C4-EB58783A9B34}" type="pres">
      <dgm:prSet presAssocID="{AF86D652-B0B5-4F92-A1A4-6AA890168B9E}" presName="linNode" presStyleCnt="0"/>
      <dgm:spPr/>
    </dgm:pt>
    <dgm:pt modelId="{BE64E734-FDFE-4AE3-9E94-B5FDFA5EF8D8}" type="pres">
      <dgm:prSet presAssocID="{AF86D652-B0B5-4F92-A1A4-6AA890168B9E}" presName="parentText" presStyleLbl="node1" presStyleIdx="0" presStyleCnt="9">
        <dgm:presLayoutVars>
          <dgm:chMax val="1"/>
          <dgm:bulletEnabled val="1"/>
        </dgm:presLayoutVars>
      </dgm:prSet>
      <dgm:spPr/>
    </dgm:pt>
    <dgm:pt modelId="{C76004AC-4CC4-428F-883D-CCE6328D507A}" type="pres">
      <dgm:prSet presAssocID="{896E930C-4376-4A96-91A8-1CC77407896C}" presName="sp" presStyleCnt="0"/>
      <dgm:spPr/>
    </dgm:pt>
    <dgm:pt modelId="{9F33474A-14D2-48FB-BF11-7093BBA781FF}" type="pres">
      <dgm:prSet presAssocID="{72DF39C1-513F-4DCF-9FCD-D2613425BD7C}" presName="linNode" presStyleCnt="0"/>
      <dgm:spPr/>
    </dgm:pt>
    <dgm:pt modelId="{C3D47CD9-DD21-411A-927D-D62A3DFFBD0E}" type="pres">
      <dgm:prSet presAssocID="{72DF39C1-513F-4DCF-9FCD-D2613425BD7C}" presName="parentText" presStyleLbl="node1" presStyleIdx="1" presStyleCnt="9">
        <dgm:presLayoutVars>
          <dgm:chMax val="1"/>
          <dgm:bulletEnabled val="1"/>
        </dgm:presLayoutVars>
      </dgm:prSet>
      <dgm:spPr/>
    </dgm:pt>
    <dgm:pt modelId="{81639D57-F69B-48C2-909E-D3F3369BFD48}" type="pres">
      <dgm:prSet presAssocID="{573AF08D-85B6-4F15-98EB-8B19CF7F5E20}" presName="sp" presStyleCnt="0"/>
      <dgm:spPr/>
    </dgm:pt>
    <dgm:pt modelId="{2B4AAB6E-B0C6-4CEE-91BF-CA58ADF1572F}" type="pres">
      <dgm:prSet presAssocID="{439E3608-EBC3-4C8C-BC1E-271F86D55CC3}" presName="linNode" presStyleCnt="0"/>
      <dgm:spPr/>
    </dgm:pt>
    <dgm:pt modelId="{2E083460-C899-40D6-B10B-43B1AF079769}" type="pres">
      <dgm:prSet presAssocID="{439E3608-EBC3-4C8C-BC1E-271F86D55CC3}" presName="parentText" presStyleLbl="node1" presStyleIdx="2" presStyleCnt="9">
        <dgm:presLayoutVars>
          <dgm:chMax val="1"/>
          <dgm:bulletEnabled val="1"/>
        </dgm:presLayoutVars>
      </dgm:prSet>
      <dgm:spPr/>
    </dgm:pt>
    <dgm:pt modelId="{FCAF16E4-A63A-4F32-B8D8-18F7F096AD9C}" type="pres">
      <dgm:prSet presAssocID="{D8A84E12-C838-40CF-9ED3-D3CF4697009A}" presName="sp" presStyleCnt="0"/>
      <dgm:spPr/>
    </dgm:pt>
    <dgm:pt modelId="{D9935F5A-777C-4A72-B77A-E4859300B07C}" type="pres">
      <dgm:prSet presAssocID="{4FF40419-B17C-440F-BB4D-FEF669312017}" presName="linNode" presStyleCnt="0"/>
      <dgm:spPr/>
    </dgm:pt>
    <dgm:pt modelId="{D6F054A6-54E0-4120-B615-17174F2AFE16}" type="pres">
      <dgm:prSet presAssocID="{4FF40419-B17C-440F-BB4D-FEF669312017}" presName="parentText" presStyleLbl="node1" presStyleIdx="3" presStyleCnt="9">
        <dgm:presLayoutVars>
          <dgm:chMax val="1"/>
          <dgm:bulletEnabled val="1"/>
        </dgm:presLayoutVars>
      </dgm:prSet>
      <dgm:spPr/>
    </dgm:pt>
    <dgm:pt modelId="{401D2684-C91B-499C-8434-D65FA011E581}" type="pres">
      <dgm:prSet presAssocID="{D2A2F6A8-B67B-41C9-A98D-66A4758BE605}" presName="sp" presStyleCnt="0"/>
      <dgm:spPr/>
    </dgm:pt>
    <dgm:pt modelId="{B840D7B9-BE22-495A-8C91-BD4F909C8D8A}" type="pres">
      <dgm:prSet presAssocID="{1340F3C7-872D-420A-8E65-4924C0ADB1E0}" presName="linNode" presStyleCnt="0"/>
      <dgm:spPr/>
    </dgm:pt>
    <dgm:pt modelId="{D250BA31-856D-4F36-8F1A-0F84C7BCF96B}" type="pres">
      <dgm:prSet presAssocID="{1340F3C7-872D-420A-8E65-4924C0ADB1E0}" presName="parentText" presStyleLbl="node1" presStyleIdx="4" presStyleCnt="9">
        <dgm:presLayoutVars>
          <dgm:chMax val="1"/>
          <dgm:bulletEnabled val="1"/>
        </dgm:presLayoutVars>
      </dgm:prSet>
      <dgm:spPr/>
    </dgm:pt>
    <dgm:pt modelId="{B16D83C7-892D-48D5-8238-AC029D0EEECA}" type="pres">
      <dgm:prSet presAssocID="{6CA61E82-0FDD-40B4-8324-CAAE3067988B}" presName="sp" presStyleCnt="0"/>
      <dgm:spPr/>
    </dgm:pt>
    <dgm:pt modelId="{E3CC2C52-E49A-442A-AC86-72AC740CA2C3}" type="pres">
      <dgm:prSet presAssocID="{C24EF45A-8A4E-4538-83C6-E91AEFBA7B22}" presName="linNode" presStyleCnt="0"/>
      <dgm:spPr/>
    </dgm:pt>
    <dgm:pt modelId="{C94E594A-995D-4D27-AF00-B023E251775E}" type="pres">
      <dgm:prSet presAssocID="{C24EF45A-8A4E-4538-83C6-E91AEFBA7B22}" presName="parentText" presStyleLbl="node1" presStyleIdx="5" presStyleCnt="9">
        <dgm:presLayoutVars>
          <dgm:chMax val="1"/>
          <dgm:bulletEnabled val="1"/>
        </dgm:presLayoutVars>
      </dgm:prSet>
      <dgm:spPr/>
    </dgm:pt>
    <dgm:pt modelId="{78D0A2BC-6638-4D9E-AB07-EBF040BF7507}" type="pres">
      <dgm:prSet presAssocID="{4D885E8B-63E4-4E82-B825-FB646D330E1D}" presName="sp" presStyleCnt="0"/>
      <dgm:spPr/>
    </dgm:pt>
    <dgm:pt modelId="{2C10A8B8-971C-411B-B43C-9AEEF7DD1F95}" type="pres">
      <dgm:prSet presAssocID="{597DEA71-24DC-4345-B13E-3D60BB9A6D3A}" presName="linNode" presStyleCnt="0"/>
      <dgm:spPr/>
    </dgm:pt>
    <dgm:pt modelId="{FEA0579C-02B0-4921-B769-828249C158F9}" type="pres">
      <dgm:prSet presAssocID="{597DEA71-24DC-4345-B13E-3D60BB9A6D3A}" presName="parentText" presStyleLbl="node1" presStyleIdx="6" presStyleCnt="9">
        <dgm:presLayoutVars>
          <dgm:chMax val="1"/>
          <dgm:bulletEnabled val="1"/>
        </dgm:presLayoutVars>
      </dgm:prSet>
      <dgm:spPr/>
    </dgm:pt>
    <dgm:pt modelId="{DAEE3999-1D3F-4CA2-9E7F-2B2170628A33}" type="pres">
      <dgm:prSet presAssocID="{2421F8A0-50C1-4ED4-BB5F-F644D9D38D04}" presName="sp" presStyleCnt="0"/>
      <dgm:spPr/>
    </dgm:pt>
    <dgm:pt modelId="{76EA3FC2-8D43-40BC-8CB8-A94E592288F7}" type="pres">
      <dgm:prSet presAssocID="{B9AC642C-0483-4845-9CB2-55F536E822B0}" presName="linNode" presStyleCnt="0"/>
      <dgm:spPr/>
    </dgm:pt>
    <dgm:pt modelId="{A2A7BAD3-2179-43BF-8B34-EE76DA0761DF}" type="pres">
      <dgm:prSet presAssocID="{B9AC642C-0483-4845-9CB2-55F536E822B0}" presName="parentText" presStyleLbl="node1" presStyleIdx="7" presStyleCnt="9">
        <dgm:presLayoutVars>
          <dgm:chMax val="1"/>
          <dgm:bulletEnabled val="1"/>
        </dgm:presLayoutVars>
      </dgm:prSet>
      <dgm:spPr/>
    </dgm:pt>
    <dgm:pt modelId="{38CEF6EA-DAC8-4B31-8B50-1B3EF578821E}" type="pres">
      <dgm:prSet presAssocID="{9D68BB87-97AA-440F-8543-9F5B17BD82C2}" presName="sp" presStyleCnt="0"/>
      <dgm:spPr/>
    </dgm:pt>
    <dgm:pt modelId="{19E6B590-3CFC-41FF-8B8C-4F62633550F0}" type="pres">
      <dgm:prSet presAssocID="{6FB56CDE-A417-46B0-948D-5124A10C76A7}" presName="linNode" presStyleCnt="0"/>
      <dgm:spPr/>
    </dgm:pt>
    <dgm:pt modelId="{6B53A05B-B99B-4551-BB4C-150925276E73}" type="pres">
      <dgm:prSet presAssocID="{6FB56CDE-A417-46B0-948D-5124A10C76A7}" presName="parentText" presStyleLbl="node1" presStyleIdx="8" presStyleCnt="9">
        <dgm:presLayoutVars>
          <dgm:chMax val="1"/>
          <dgm:bulletEnabled val="1"/>
        </dgm:presLayoutVars>
      </dgm:prSet>
      <dgm:spPr/>
    </dgm:pt>
  </dgm:ptLst>
  <dgm:cxnLst>
    <dgm:cxn modelId="{9401AF00-24DC-4D8A-8E09-5BD04D243656}" type="presOf" srcId="{B9AC642C-0483-4845-9CB2-55F536E822B0}" destId="{A2A7BAD3-2179-43BF-8B34-EE76DA0761DF}" srcOrd="0" destOrd="0" presId="urn:microsoft.com/office/officeart/2005/8/layout/vList5"/>
    <dgm:cxn modelId="{5265B003-ED20-4EA3-B185-24538BB2E395}" srcId="{3A513145-1343-4F86-885D-1B379F8323A0}" destId="{6FB56CDE-A417-46B0-948D-5124A10C76A7}" srcOrd="8" destOrd="0" parTransId="{12C9559F-4F93-41DC-81B0-346B623BA4EA}" sibTransId="{6695BFE0-ACF6-4F9D-8ECA-9DEB1A6A642B}"/>
    <dgm:cxn modelId="{5498F40E-814F-4F3F-971B-C4C71EF7C26A}" type="presOf" srcId="{72DF39C1-513F-4DCF-9FCD-D2613425BD7C}" destId="{C3D47CD9-DD21-411A-927D-D62A3DFFBD0E}" srcOrd="0" destOrd="0" presId="urn:microsoft.com/office/officeart/2005/8/layout/vList5"/>
    <dgm:cxn modelId="{65C83721-8C83-4B88-9C2F-3AAE5D196787}" srcId="{3A513145-1343-4F86-885D-1B379F8323A0}" destId="{AF86D652-B0B5-4F92-A1A4-6AA890168B9E}" srcOrd="0" destOrd="0" parTransId="{A3217C08-791E-40E6-B955-4681ECEA9B26}" sibTransId="{896E930C-4376-4A96-91A8-1CC77407896C}"/>
    <dgm:cxn modelId="{443F9A28-C526-4E37-ADF6-0F7912337305}" type="presOf" srcId="{3A513145-1343-4F86-885D-1B379F8323A0}" destId="{EF83F47D-EE4C-4692-91EA-CC70C04E9471}" srcOrd="0" destOrd="0" presId="urn:microsoft.com/office/officeart/2005/8/layout/vList5"/>
    <dgm:cxn modelId="{13F76C2E-9600-446D-ADEE-A591220C941B}" type="presOf" srcId="{4FF40419-B17C-440F-BB4D-FEF669312017}" destId="{D6F054A6-54E0-4120-B615-17174F2AFE16}" srcOrd="0" destOrd="0" presId="urn:microsoft.com/office/officeart/2005/8/layout/vList5"/>
    <dgm:cxn modelId="{07F5C431-FCBD-49D1-B4CC-E5ADEBF8F153}" srcId="{3A513145-1343-4F86-885D-1B379F8323A0}" destId="{72DF39C1-513F-4DCF-9FCD-D2613425BD7C}" srcOrd="1" destOrd="0" parTransId="{461FDD6F-BAF1-4F87-A294-1FAE5016C65D}" sibTransId="{573AF08D-85B6-4F15-98EB-8B19CF7F5E20}"/>
    <dgm:cxn modelId="{3ADE8C3A-2D31-4421-87B3-333FB81985D7}" srcId="{3A513145-1343-4F86-885D-1B379F8323A0}" destId="{B9AC642C-0483-4845-9CB2-55F536E822B0}" srcOrd="7" destOrd="0" parTransId="{6BE448A6-AE90-464F-B268-C266FE394EB4}" sibTransId="{9D68BB87-97AA-440F-8543-9F5B17BD82C2}"/>
    <dgm:cxn modelId="{248EC35C-931F-40B0-A119-CF4DF858B2B3}" type="presOf" srcId="{1340F3C7-872D-420A-8E65-4924C0ADB1E0}" destId="{D250BA31-856D-4F36-8F1A-0F84C7BCF96B}" srcOrd="0" destOrd="0" presId="urn:microsoft.com/office/officeart/2005/8/layout/vList5"/>
    <dgm:cxn modelId="{F911B576-CCD2-44F0-A1DB-0380AB7CF01D}" srcId="{3A513145-1343-4F86-885D-1B379F8323A0}" destId="{C24EF45A-8A4E-4538-83C6-E91AEFBA7B22}" srcOrd="5" destOrd="0" parTransId="{A4C4777F-1E82-4AC2-A4A9-A54905B74629}" sibTransId="{4D885E8B-63E4-4E82-B825-FB646D330E1D}"/>
    <dgm:cxn modelId="{04D5C377-A960-4D13-BC31-8E9E40E7C6E6}" srcId="{3A513145-1343-4F86-885D-1B379F8323A0}" destId="{4FF40419-B17C-440F-BB4D-FEF669312017}" srcOrd="3" destOrd="0" parTransId="{195BAD51-EEC2-46A7-A510-84CA2F1DC2D4}" sibTransId="{D2A2F6A8-B67B-41C9-A98D-66A4758BE605}"/>
    <dgm:cxn modelId="{1D20F781-C8C8-42AE-8F66-244B6E26B821}" type="presOf" srcId="{6FB56CDE-A417-46B0-948D-5124A10C76A7}" destId="{6B53A05B-B99B-4551-BB4C-150925276E73}" srcOrd="0" destOrd="0" presId="urn:microsoft.com/office/officeart/2005/8/layout/vList5"/>
    <dgm:cxn modelId="{8A3B6C92-24DC-4FEB-ACF6-379695A026D7}" type="presOf" srcId="{439E3608-EBC3-4C8C-BC1E-271F86D55CC3}" destId="{2E083460-C899-40D6-B10B-43B1AF079769}" srcOrd="0" destOrd="0" presId="urn:microsoft.com/office/officeart/2005/8/layout/vList5"/>
    <dgm:cxn modelId="{975AD896-1EA3-4E65-B412-A0570C5FBD06}" type="presOf" srcId="{C24EF45A-8A4E-4538-83C6-E91AEFBA7B22}" destId="{C94E594A-995D-4D27-AF00-B023E251775E}" srcOrd="0" destOrd="0" presId="urn:microsoft.com/office/officeart/2005/8/layout/vList5"/>
    <dgm:cxn modelId="{3CAF689B-AD92-4FCB-8093-913CE7E26C48}" type="presOf" srcId="{AF86D652-B0B5-4F92-A1A4-6AA890168B9E}" destId="{BE64E734-FDFE-4AE3-9E94-B5FDFA5EF8D8}" srcOrd="0" destOrd="0" presId="urn:microsoft.com/office/officeart/2005/8/layout/vList5"/>
    <dgm:cxn modelId="{4D59DCA4-C9BC-4BBD-A7D5-78A0A1711043}" srcId="{3A513145-1343-4F86-885D-1B379F8323A0}" destId="{439E3608-EBC3-4C8C-BC1E-271F86D55CC3}" srcOrd="2" destOrd="0" parTransId="{A164332B-16EA-4427-A7E5-951256DBABF6}" sibTransId="{D8A84E12-C838-40CF-9ED3-D3CF4697009A}"/>
    <dgm:cxn modelId="{D7389CB3-48B8-4531-99BB-3ED54FBFA002}" srcId="{3A513145-1343-4F86-885D-1B379F8323A0}" destId="{597DEA71-24DC-4345-B13E-3D60BB9A6D3A}" srcOrd="6" destOrd="0" parTransId="{6A683B8B-8370-4D7B-B851-2AAB6343918D}" sibTransId="{2421F8A0-50C1-4ED4-BB5F-F644D9D38D04}"/>
    <dgm:cxn modelId="{F6EB0BC1-77EF-415A-8D24-1C2982BD5137}" type="presOf" srcId="{597DEA71-24DC-4345-B13E-3D60BB9A6D3A}" destId="{FEA0579C-02B0-4921-B769-828249C158F9}" srcOrd="0" destOrd="0" presId="urn:microsoft.com/office/officeart/2005/8/layout/vList5"/>
    <dgm:cxn modelId="{1F62CCC7-868B-4A19-8443-D99980120292}" srcId="{3A513145-1343-4F86-885D-1B379F8323A0}" destId="{1340F3C7-872D-420A-8E65-4924C0ADB1E0}" srcOrd="4" destOrd="0" parTransId="{4E93ECF1-4258-49FB-99F2-1D39887F5164}" sibTransId="{6CA61E82-0FDD-40B4-8324-CAAE3067988B}"/>
    <dgm:cxn modelId="{6C132937-8E85-4F01-8AE0-5FC2B8FCB121}" type="presParOf" srcId="{EF83F47D-EE4C-4692-91EA-CC70C04E9471}" destId="{ADDF5D17-0F29-42F6-99C4-EB58783A9B34}" srcOrd="0" destOrd="0" presId="urn:microsoft.com/office/officeart/2005/8/layout/vList5"/>
    <dgm:cxn modelId="{2BAAE654-DF58-4F3F-9DAB-910DC18F1506}" type="presParOf" srcId="{ADDF5D17-0F29-42F6-99C4-EB58783A9B34}" destId="{BE64E734-FDFE-4AE3-9E94-B5FDFA5EF8D8}" srcOrd="0" destOrd="0" presId="urn:microsoft.com/office/officeart/2005/8/layout/vList5"/>
    <dgm:cxn modelId="{A90D3F4D-C35B-47BF-B22D-7A1349E3AEC4}" type="presParOf" srcId="{EF83F47D-EE4C-4692-91EA-CC70C04E9471}" destId="{C76004AC-4CC4-428F-883D-CCE6328D507A}" srcOrd="1" destOrd="0" presId="urn:microsoft.com/office/officeart/2005/8/layout/vList5"/>
    <dgm:cxn modelId="{3E22D3F1-0630-4202-93DF-130F23E3AD8D}" type="presParOf" srcId="{EF83F47D-EE4C-4692-91EA-CC70C04E9471}" destId="{9F33474A-14D2-48FB-BF11-7093BBA781FF}" srcOrd="2" destOrd="0" presId="urn:microsoft.com/office/officeart/2005/8/layout/vList5"/>
    <dgm:cxn modelId="{9F06E5CB-5F07-4800-9EA6-5BFEAED3068F}" type="presParOf" srcId="{9F33474A-14D2-48FB-BF11-7093BBA781FF}" destId="{C3D47CD9-DD21-411A-927D-D62A3DFFBD0E}" srcOrd="0" destOrd="0" presId="urn:microsoft.com/office/officeart/2005/8/layout/vList5"/>
    <dgm:cxn modelId="{9CDB025B-EF15-4DF0-8257-44B64A8CF239}" type="presParOf" srcId="{EF83F47D-EE4C-4692-91EA-CC70C04E9471}" destId="{81639D57-F69B-48C2-909E-D3F3369BFD48}" srcOrd="3" destOrd="0" presId="urn:microsoft.com/office/officeart/2005/8/layout/vList5"/>
    <dgm:cxn modelId="{DC2BEEB4-1747-4D03-B6BF-9D911704F2D2}" type="presParOf" srcId="{EF83F47D-EE4C-4692-91EA-CC70C04E9471}" destId="{2B4AAB6E-B0C6-4CEE-91BF-CA58ADF1572F}" srcOrd="4" destOrd="0" presId="urn:microsoft.com/office/officeart/2005/8/layout/vList5"/>
    <dgm:cxn modelId="{20188EFF-60F8-4924-9942-F33BF7CA2ECA}" type="presParOf" srcId="{2B4AAB6E-B0C6-4CEE-91BF-CA58ADF1572F}" destId="{2E083460-C899-40D6-B10B-43B1AF079769}" srcOrd="0" destOrd="0" presId="urn:microsoft.com/office/officeart/2005/8/layout/vList5"/>
    <dgm:cxn modelId="{823077A5-89F8-4136-98E2-56E027EE6F76}" type="presParOf" srcId="{EF83F47D-EE4C-4692-91EA-CC70C04E9471}" destId="{FCAF16E4-A63A-4F32-B8D8-18F7F096AD9C}" srcOrd="5" destOrd="0" presId="urn:microsoft.com/office/officeart/2005/8/layout/vList5"/>
    <dgm:cxn modelId="{EB629A85-14C6-494C-B109-1D01E7B97422}" type="presParOf" srcId="{EF83F47D-EE4C-4692-91EA-CC70C04E9471}" destId="{D9935F5A-777C-4A72-B77A-E4859300B07C}" srcOrd="6" destOrd="0" presId="urn:microsoft.com/office/officeart/2005/8/layout/vList5"/>
    <dgm:cxn modelId="{5FF141C7-D6CF-4EB7-A5EA-4E4A3F964AF3}" type="presParOf" srcId="{D9935F5A-777C-4A72-B77A-E4859300B07C}" destId="{D6F054A6-54E0-4120-B615-17174F2AFE16}" srcOrd="0" destOrd="0" presId="urn:microsoft.com/office/officeart/2005/8/layout/vList5"/>
    <dgm:cxn modelId="{7116E7D0-B3D0-4257-A0C8-6413A00D9EDB}" type="presParOf" srcId="{EF83F47D-EE4C-4692-91EA-CC70C04E9471}" destId="{401D2684-C91B-499C-8434-D65FA011E581}" srcOrd="7" destOrd="0" presId="urn:microsoft.com/office/officeart/2005/8/layout/vList5"/>
    <dgm:cxn modelId="{96A49CB4-4312-4610-9943-5EFB755BA47F}" type="presParOf" srcId="{EF83F47D-EE4C-4692-91EA-CC70C04E9471}" destId="{B840D7B9-BE22-495A-8C91-BD4F909C8D8A}" srcOrd="8" destOrd="0" presId="urn:microsoft.com/office/officeart/2005/8/layout/vList5"/>
    <dgm:cxn modelId="{2A0AFC54-9817-4A22-A34B-16F6FF0962E2}" type="presParOf" srcId="{B840D7B9-BE22-495A-8C91-BD4F909C8D8A}" destId="{D250BA31-856D-4F36-8F1A-0F84C7BCF96B}" srcOrd="0" destOrd="0" presId="urn:microsoft.com/office/officeart/2005/8/layout/vList5"/>
    <dgm:cxn modelId="{C5351549-48F0-4AB9-B235-3274F82F3082}" type="presParOf" srcId="{EF83F47D-EE4C-4692-91EA-CC70C04E9471}" destId="{B16D83C7-892D-48D5-8238-AC029D0EEECA}" srcOrd="9" destOrd="0" presId="urn:microsoft.com/office/officeart/2005/8/layout/vList5"/>
    <dgm:cxn modelId="{1A381498-29C2-4CED-9410-1B3DBA2E7E09}" type="presParOf" srcId="{EF83F47D-EE4C-4692-91EA-CC70C04E9471}" destId="{E3CC2C52-E49A-442A-AC86-72AC740CA2C3}" srcOrd="10" destOrd="0" presId="urn:microsoft.com/office/officeart/2005/8/layout/vList5"/>
    <dgm:cxn modelId="{638750D9-A61C-420F-B2CA-33F4AA2BE2F2}" type="presParOf" srcId="{E3CC2C52-E49A-442A-AC86-72AC740CA2C3}" destId="{C94E594A-995D-4D27-AF00-B023E251775E}" srcOrd="0" destOrd="0" presId="urn:microsoft.com/office/officeart/2005/8/layout/vList5"/>
    <dgm:cxn modelId="{7CA14E83-E94B-415C-9E81-F16B28091B3B}" type="presParOf" srcId="{EF83F47D-EE4C-4692-91EA-CC70C04E9471}" destId="{78D0A2BC-6638-4D9E-AB07-EBF040BF7507}" srcOrd="11" destOrd="0" presId="urn:microsoft.com/office/officeart/2005/8/layout/vList5"/>
    <dgm:cxn modelId="{74E06551-6A2F-42A8-ADCD-D739BD138803}" type="presParOf" srcId="{EF83F47D-EE4C-4692-91EA-CC70C04E9471}" destId="{2C10A8B8-971C-411B-B43C-9AEEF7DD1F95}" srcOrd="12" destOrd="0" presId="urn:microsoft.com/office/officeart/2005/8/layout/vList5"/>
    <dgm:cxn modelId="{D3E37AFC-156B-45AF-9730-0E599432B513}" type="presParOf" srcId="{2C10A8B8-971C-411B-B43C-9AEEF7DD1F95}" destId="{FEA0579C-02B0-4921-B769-828249C158F9}" srcOrd="0" destOrd="0" presId="urn:microsoft.com/office/officeart/2005/8/layout/vList5"/>
    <dgm:cxn modelId="{E1E30E09-BA61-49BE-A188-527C0FBB1169}" type="presParOf" srcId="{EF83F47D-EE4C-4692-91EA-CC70C04E9471}" destId="{DAEE3999-1D3F-4CA2-9E7F-2B2170628A33}" srcOrd="13" destOrd="0" presId="urn:microsoft.com/office/officeart/2005/8/layout/vList5"/>
    <dgm:cxn modelId="{9A9B8371-E015-46CE-A8AB-F0B400137676}" type="presParOf" srcId="{EF83F47D-EE4C-4692-91EA-CC70C04E9471}" destId="{76EA3FC2-8D43-40BC-8CB8-A94E592288F7}" srcOrd="14" destOrd="0" presId="urn:microsoft.com/office/officeart/2005/8/layout/vList5"/>
    <dgm:cxn modelId="{82F38D6D-9D6E-48DE-BDDF-E739882A7E61}" type="presParOf" srcId="{76EA3FC2-8D43-40BC-8CB8-A94E592288F7}" destId="{A2A7BAD3-2179-43BF-8B34-EE76DA0761DF}" srcOrd="0" destOrd="0" presId="urn:microsoft.com/office/officeart/2005/8/layout/vList5"/>
    <dgm:cxn modelId="{702F0EA3-A104-464B-A43A-D4F12A8C70B3}" type="presParOf" srcId="{EF83F47D-EE4C-4692-91EA-CC70C04E9471}" destId="{38CEF6EA-DAC8-4B31-8B50-1B3EF578821E}" srcOrd="15" destOrd="0" presId="urn:microsoft.com/office/officeart/2005/8/layout/vList5"/>
    <dgm:cxn modelId="{509A439C-9A00-4CAE-9620-0261F73C2250}" type="presParOf" srcId="{EF83F47D-EE4C-4692-91EA-CC70C04E9471}" destId="{19E6B590-3CFC-41FF-8B8C-4F62633550F0}" srcOrd="16" destOrd="0" presId="urn:microsoft.com/office/officeart/2005/8/layout/vList5"/>
    <dgm:cxn modelId="{6152CCD1-21B9-40B1-8272-6FDEAD337EDC}" type="presParOf" srcId="{19E6B590-3CFC-41FF-8B8C-4F62633550F0}" destId="{6B53A05B-B99B-4551-BB4C-150925276E7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F789062-25EA-4C22-A667-E0B6C3DE9CE9}" type="doc">
      <dgm:prSet loTypeId="urn:microsoft.com/office/officeart/2005/8/layout/default#1" loCatId="list" qsTypeId="urn:microsoft.com/office/officeart/2005/8/quickstyle/simple1#4" qsCatId="simple" csTypeId="urn:microsoft.com/office/officeart/2005/8/colors/accent1_2#4" csCatId="accent1" phldr="1"/>
      <dgm:spPr/>
      <dgm:t>
        <a:bodyPr/>
        <a:lstStyle/>
        <a:p>
          <a:endParaRPr lang="en-US"/>
        </a:p>
      </dgm:t>
    </dgm:pt>
    <dgm:pt modelId="{A65DFE6A-5D0E-4E3F-A7B8-C87A9339478D}">
      <dgm:prSet custT="1"/>
      <dgm:spPr/>
      <dgm:t>
        <a:bodyPr/>
        <a:lstStyle/>
        <a:p>
          <a:pPr rtl="0"/>
          <a:r>
            <a:rPr lang="en-US" sz="2000" b="1" i="0" baseline="0" dirty="0"/>
            <a:t>Reliability</a:t>
          </a:r>
          <a:endParaRPr lang="en-US" sz="2000" dirty="0"/>
        </a:p>
      </dgm:t>
    </dgm:pt>
    <dgm:pt modelId="{44487EEA-9117-4325-9398-641DBB141D1A}" type="sibTrans" cxnId="{6F62E36A-D806-4434-BC3F-B97EB6904609}">
      <dgm:prSet/>
      <dgm:spPr/>
      <dgm:t>
        <a:bodyPr/>
        <a:lstStyle/>
        <a:p>
          <a:endParaRPr lang="en-US"/>
        </a:p>
      </dgm:t>
    </dgm:pt>
    <dgm:pt modelId="{20BD1498-CB21-427E-BE01-9EE49C944B35}" type="parTrans" cxnId="{6F62E36A-D806-4434-BC3F-B97EB6904609}">
      <dgm:prSet/>
      <dgm:spPr/>
      <dgm:t>
        <a:bodyPr/>
        <a:lstStyle/>
        <a:p>
          <a:endParaRPr lang="en-US"/>
        </a:p>
      </dgm:t>
    </dgm:pt>
    <dgm:pt modelId="{D10872A9-9DCE-4117-8E44-65F09468B1A0}">
      <dgm:prSet custT="1"/>
      <dgm:spPr/>
      <dgm:t>
        <a:bodyPr/>
        <a:lstStyle/>
        <a:p>
          <a:pPr rtl="0"/>
          <a:r>
            <a:rPr lang="en-US" sz="2000" b="1" i="0" baseline="0" dirty="0"/>
            <a:t>Usability</a:t>
          </a:r>
          <a:endParaRPr lang="en-US" sz="2000" dirty="0"/>
        </a:p>
      </dgm:t>
    </dgm:pt>
    <dgm:pt modelId="{41F8D7B1-E25B-4C54-A78A-FA32AED66D59}" type="sibTrans" cxnId="{B67ECDEA-E727-4AC3-8870-93BA4B784FCB}">
      <dgm:prSet/>
      <dgm:spPr/>
      <dgm:t>
        <a:bodyPr/>
        <a:lstStyle/>
        <a:p>
          <a:endParaRPr lang="en-US"/>
        </a:p>
      </dgm:t>
    </dgm:pt>
    <dgm:pt modelId="{F4707BB9-955B-4F6F-A0B9-8132DFBCE1C5}" type="parTrans" cxnId="{B67ECDEA-E727-4AC3-8870-93BA4B784FCB}">
      <dgm:prSet/>
      <dgm:spPr/>
      <dgm:t>
        <a:bodyPr/>
        <a:lstStyle/>
        <a:p>
          <a:endParaRPr lang="en-US"/>
        </a:p>
      </dgm:t>
    </dgm:pt>
    <dgm:pt modelId="{9A1FA992-6475-40AA-B7AB-17B45D907D60}" type="pres">
      <dgm:prSet presAssocID="{EF789062-25EA-4C22-A667-E0B6C3DE9CE9}" presName="diagram" presStyleCnt="0">
        <dgm:presLayoutVars>
          <dgm:dir/>
          <dgm:resizeHandles val="exact"/>
        </dgm:presLayoutVars>
      </dgm:prSet>
      <dgm:spPr/>
    </dgm:pt>
    <dgm:pt modelId="{7FC99E7B-CC2C-47F2-ACB2-1A0C91CE31A6}" type="pres">
      <dgm:prSet presAssocID="{D10872A9-9DCE-4117-8E44-65F09468B1A0}" presName="node" presStyleLbl="node1" presStyleIdx="0" presStyleCnt="2">
        <dgm:presLayoutVars>
          <dgm:bulletEnabled val="1"/>
        </dgm:presLayoutVars>
      </dgm:prSet>
      <dgm:spPr/>
    </dgm:pt>
    <dgm:pt modelId="{60622EDD-758C-4515-B75E-6A9ED85F2463}" type="pres">
      <dgm:prSet presAssocID="{41F8D7B1-E25B-4C54-A78A-FA32AED66D59}" presName="sibTrans" presStyleCnt="0"/>
      <dgm:spPr/>
    </dgm:pt>
    <dgm:pt modelId="{C72FA5EE-23E6-4685-8544-74449FD23BF9}" type="pres">
      <dgm:prSet presAssocID="{A65DFE6A-5D0E-4E3F-A7B8-C87A9339478D}" presName="node" presStyleLbl="node1" presStyleIdx="1" presStyleCnt="2">
        <dgm:presLayoutVars>
          <dgm:bulletEnabled val="1"/>
        </dgm:presLayoutVars>
      </dgm:prSet>
      <dgm:spPr/>
    </dgm:pt>
  </dgm:ptLst>
  <dgm:cxnLst>
    <dgm:cxn modelId="{616BFA2C-B16C-48EB-A2D0-7C3A99E68A2C}" type="presOf" srcId="{D10872A9-9DCE-4117-8E44-65F09468B1A0}" destId="{7FC99E7B-CC2C-47F2-ACB2-1A0C91CE31A6}" srcOrd="0" destOrd="0" presId="urn:microsoft.com/office/officeart/2005/8/layout/default#1"/>
    <dgm:cxn modelId="{2C20CC3C-26B6-4558-B7EA-D1A6336C03FD}" type="presOf" srcId="{A65DFE6A-5D0E-4E3F-A7B8-C87A9339478D}" destId="{C72FA5EE-23E6-4685-8544-74449FD23BF9}" srcOrd="0" destOrd="0" presId="urn:microsoft.com/office/officeart/2005/8/layout/default#1"/>
    <dgm:cxn modelId="{6F62E36A-D806-4434-BC3F-B97EB6904609}" srcId="{EF789062-25EA-4C22-A667-E0B6C3DE9CE9}" destId="{A65DFE6A-5D0E-4E3F-A7B8-C87A9339478D}" srcOrd="1" destOrd="0" parTransId="{20BD1498-CB21-427E-BE01-9EE49C944B35}" sibTransId="{44487EEA-9117-4325-9398-641DBB141D1A}"/>
    <dgm:cxn modelId="{4A55417E-67EF-4AFE-8D92-130EC72FB878}" type="presOf" srcId="{EF789062-25EA-4C22-A667-E0B6C3DE9CE9}" destId="{9A1FA992-6475-40AA-B7AB-17B45D907D60}" srcOrd="0" destOrd="0" presId="urn:microsoft.com/office/officeart/2005/8/layout/default#1"/>
    <dgm:cxn modelId="{B67ECDEA-E727-4AC3-8870-93BA4B784FCB}" srcId="{EF789062-25EA-4C22-A667-E0B6C3DE9CE9}" destId="{D10872A9-9DCE-4117-8E44-65F09468B1A0}" srcOrd="0" destOrd="0" parTransId="{F4707BB9-955B-4F6F-A0B9-8132DFBCE1C5}" sibTransId="{41F8D7B1-E25B-4C54-A78A-FA32AED66D59}"/>
    <dgm:cxn modelId="{4908738C-8A31-4998-9A7B-4768B77B661D}" type="presParOf" srcId="{9A1FA992-6475-40AA-B7AB-17B45D907D60}" destId="{7FC99E7B-CC2C-47F2-ACB2-1A0C91CE31A6}" srcOrd="0" destOrd="0" presId="urn:microsoft.com/office/officeart/2005/8/layout/default#1"/>
    <dgm:cxn modelId="{5535FF33-DCD2-4B97-BE5E-70938EA9E5A4}" type="presParOf" srcId="{9A1FA992-6475-40AA-B7AB-17B45D907D60}" destId="{60622EDD-758C-4515-B75E-6A9ED85F2463}" srcOrd="1" destOrd="0" presId="urn:microsoft.com/office/officeart/2005/8/layout/default#1"/>
    <dgm:cxn modelId="{6A2407FB-9B74-42C2-B95E-6A7A048EE20A}" type="presParOf" srcId="{9A1FA992-6475-40AA-B7AB-17B45D907D60}" destId="{C72FA5EE-23E6-4685-8544-74449FD23BF9}" srcOrd="2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F2E760D-666C-4CCB-B49E-450D47E0D8E0}" type="doc">
      <dgm:prSet loTypeId="urn:microsoft.com/office/officeart/2005/8/layout/vList2#1" loCatId="list" qsTypeId="urn:microsoft.com/office/officeart/2005/8/quickstyle/simple1#2" qsCatId="simple" csTypeId="urn:microsoft.com/office/officeart/2005/8/colors/accent1_2#2" csCatId="accent1"/>
      <dgm:spPr/>
      <dgm:t>
        <a:bodyPr/>
        <a:lstStyle/>
        <a:p>
          <a:endParaRPr lang="en-US"/>
        </a:p>
      </dgm:t>
    </dgm:pt>
    <dgm:pt modelId="{99698301-9DAE-4421-BF71-D02555DFEC47}">
      <dgm:prSet/>
      <dgm:spPr/>
      <dgm:t>
        <a:bodyPr/>
        <a:lstStyle/>
        <a:p>
          <a:pPr rtl="0"/>
          <a:r>
            <a:rPr lang="en-US" dirty="0"/>
            <a:t>Use case diagram </a:t>
          </a:r>
        </a:p>
      </dgm:t>
    </dgm:pt>
    <dgm:pt modelId="{BD9B599C-AEDD-4DC7-A443-28482D0B4C7D}" type="parTrans" cxnId="{9E3340B9-D569-41D9-B7C8-6FFABD0FA71C}">
      <dgm:prSet/>
      <dgm:spPr/>
      <dgm:t>
        <a:bodyPr/>
        <a:lstStyle/>
        <a:p>
          <a:endParaRPr lang="en-US"/>
        </a:p>
      </dgm:t>
    </dgm:pt>
    <dgm:pt modelId="{950E0E97-7AE4-4DD9-92B6-AB0121872D56}" type="sibTrans" cxnId="{9E3340B9-D569-41D9-B7C8-6FFABD0FA71C}">
      <dgm:prSet/>
      <dgm:spPr/>
      <dgm:t>
        <a:bodyPr/>
        <a:lstStyle/>
        <a:p>
          <a:endParaRPr lang="en-US"/>
        </a:p>
      </dgm:t>
    </dgm:pt>
    <dgm:pt modelId="{B412BAF7-2796-46A1-9FB9-6A284B70C770}">
      <dgm:prSet/>
      <dgm:spPr/>
      <dgm:t>
        <a:bodyPr/>
        <a:lstStyle/>
        <a:p>
          <a:pPr rtl="0"/>
          <a:r>
            <a:rPr lang="en-US"/>
            <a:t>Package diagram </a:t>
          </a:r>
        </a:p>
      </dgm:t>
    </dgm:pt>
    <dgm:pt modelId="{F040A808-A0EE-4C0E-AED6-967B91CCF3EC}" type="parTrans" cxnId="{93729401-62D6-41B4-BDDF-92AD95DDDF6E}">
      <dgm:prSet/>
      <dgm:spPr/>
      <dgm:t>
        <a:bodyPr/>
        <a:lstStyle/>
        <a:p>
          <a:endParaRPr lang="en-US"/>
        </a:p>
      </dgm:t>
    </dgm:pt>
    <dgm:pt modelId="{A2084FDB-CD3D-4F5F-A016-56DAEB3908A4}" type="sibTrans" cxnId="{93729401-62D6-41B4-BDDF-92AD95DDDF6E}">
      <dgm:prSet/>
      <dgm:spPr/>
      <dgm:t>
        <a:bodyPr/>
        <a:lstStyle/>
        <a:p>
          <a:endParaRPr lang="en-US"/>
        </a:p>
      </dgm:t>
    </dgm:pt>
    <dgm:pt modelId="{08925ADF-A959-4082-8637-46DB534BF93E}">
      <dgm:prSet phldr="0" custT="0"/>
      <dgm:spPr/>
      <dgm:t>
        <a:bodyPr vert="horz" wrap="square"/>
        <a:lstStyle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Activity diagram </a:t>
          </a:r>
        </a:p>
      </dgm:t>
    </dgm:pt>
    <dgm:pt modelId="{BE40B5E8-5CF9-442C-B571-F621F1BB9740}" type="parTrans" cxnId="{BA9660C0-606E-44CD-9E77-E54DC2A87574}">
      <dgm:prSet/>
      <dgm:spPr/>
      <dgm:t>
        <a:bodyPr/>
        <a:lstStyle/>
        <a:p>
          <a:endParaRPr lang="en-US"/>
        </a:p>
      </dgm:t>
    </dgm:pt>
    <dgm:pt modelId="{50A8307E-FB28-41A5-AF5F-EB3D4AE12DB5}" type="sibTrans" cxnId="{BA9660C0-606E-44CD-9E77-E54DC2A87574}">
      <dgm:prSet/>
      <dgm:spPr/>
      <dgm:t>
        <a:bodyPr/>
        <a:lstStyle/>
        <a:p>
          <a:endParaRPr lang="en-US"/>
        </a:p>
      </dgm:t>
    </dgm:pt>
    <dgm:pt modelId="{B7D1C315-6E79-456B-BD16-D5438B99D521}">
      <dgm:prSet/>
      <dgm:spPr/>
      <dgm:t>
        <a:bodyPr/>
        <a:lstStyle/>
        <a:p>
          <a:pPr rtl="0"/>
          <a:r>
            <a:rPr lang="en-US"/>
            <a:t>Json tree diagram</a:t>
          </a:r>
        </a:p>
      </dgm:t>
    </dgm:pt>
    <dgm:pt modelId="{ABD4F83F-4676-46E8-AF97-5EB2D479F82A}" type="parTrans" cxnId="{8C9ED0F1-66A7-4B5B-A8AF-6F89711815F9}">
      <dgm:prSet/>
      <dgm:spPr/>
      <dgm:t>
        <a:bodyPr/>
        <a:lstStyle/>
        <a:p>
          <a:endParaRPr lang="en-US"/>
        </a:p>
      </dgm:t>
    </dgm:pt>
    <dgm:pt modelId="{DFE3D647-908B-4983-B437-EFF6FBDFE262}" type="sibTrans" cxnId="{8C9ED0F1-66A7-4B5B-A8AF-6F89711815F9}">
      <dgm:prSet/>
      <dgm:spPr/>
      <dgm:t>
        <a:bodyPr/>
        <a:lstStyle/>
        <a:p>
          <a:endParaRPr lang="en-US"/>
        </a:p>
      </dgm:t>
    </dgm:pt>
    <dgm:pt modelId="{1438DC60-BACF-434F-AEE6-891F1B4F43D1}" type="pres">
      <dgm:prSet presAssocID="{DF2E760D-666C-4CCB-B49E-450D47E0D8E0}" presName="linear" presStyleCnt="0">
        <dgm:presLayoutVars>
          <dgm:animLvl val="lvl"/>
          <dgm:resizeHandles val="exact"/>
        </dgm:presLayoutVars>
      </dgm:prSet>
      <dgm:spPr/>
    </dgm:pt>
    <dgm:pt modelId="{AC1954A7-1C08-4F19-B7BB-E5268FD3AE95}" type="pres">
      <dgm:prSet presAssocID="{99698301-9DAE-4421-BF71-D02555DFEC4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14915A8-2A03-4000-8D09-14BE263633C2}" type="pres">
      <dgm:prSet presAssocID="{950E0E97-7AE4-4DD9-92B6-AB0121872D56}" presName="spacer" presStyleCnt="0"/>
      <dgm:spPr/>
    </dgm:pt>
    <dgm:pt modelId="{923C16B3-1BB2-414F-AE26-DC94E13BD1DE}" type="pres">
      <dgm:prSet presAssocID="{B412BAF7-2796-46A1-9FB9-6A284B70C77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3651F26-96E9-4919-B4B2-5E4F61730594}" type="pres">
      <dgm:prSet presAssocID="{A2084FDB-CD3D-4F5F-A016-56DAEB3908A4}" presName="spacer" presStyleCnt="0"/>
      <dgm:spPr/>
    </dgm:pt>
    <dgm:pt modelId="{62DD72B4-C0E9-4661-AD0C-CDCC4458C3B6}" type="pres">
      <dgm:prSet presAssocID="{08925ADF-A959-4082-8637-46DB534BF93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F32BF32-69BE-4652-9DB4-2D1364F3F90B}" type="pres">
      <dgm:prSet presAssocID="{50A8307E-FB28-41A5-AF5F-EB3D4AE12DB5}" presName="spacer" presStyleCnt="0"/>
      <dgm:spPr/>
    </dgm:pt>
    <dgm:pt modelId="{425896C7-C560-4971-8EA7-C307F492AFA2}" type="pres">
      <dgm:prSet presAssocID="{B7D1C315-6E79-456B-BD16-D5438B99D52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3729401-62D6-41B4-BDDF-92AD95DDDF6E}" srcId="{DF2E760D-666C-4CCB-B49E-450D47E0D8E0}" destId="{B412BAF7-2796-46A1-9FB9-6A284B70C770}" srcOrd="1" destOrd="0" parTransId="{F040A808-A0EE-4C0E-AED6-967B91CCF3EC}" sibTransId="{A2084FDB-CD3D-4F5F-A016-56DAEB3908A4}"/>
    <dgm:cxn modelId="{D760820F-B32A-4508-9288-9364B27CE28C}" type="presOf" srcId="{DF2E760D-666C-4CCB-B49E-450D47E0D8E0}" destId="{1438DC60-BACF-434F-AEE6-891F1B4F43D1}" srcOrd="0" destOrd="0" presId="urn:microsoft.com/office/officeart/2005/8/layout/vList2#1"/>
    <dgm:cxn modelId="{568F9315-2F97-4CA5-A5AD-3EBB9BA44D87}" type="presOf" srcId="{B7D1C315-6E79-456B-BD16-D5438B99D521}" destId="{425896C7-C560-4971-8EA7-C307F492AFA2}" srcOrd="0" destOrd="0" presId="urn:microsoft.com/office/officeart/2005/8/layout/vList2#1"/>
    <dgm:cxn modelId="{05062D62-2E22-4D34-ABED-9492E422AEB7}" type="presOf" srcId="{08925ADF-A959-4082-8637-46DB534BF93E}" destId="{62DD72B4-C0E9-4661-AD0C-CDCC4458C3B6}" srcOrd="0" destOrd="0" presId="urn:microsoft.com/office/officeart/2005/8/layout/vList2#1"/>
    <dgm:cxn modelId="{67DE8A49-CFA0-4BEE-A69A-24887E05E609}" type="presOf" srcId="{B412BAF7-2796-46A1-9FB9-6A284B70C770}" destId="{923C16B3-1BB2-414F-AE26-DC94E13BD1DE}" srcOrd="0" destOrd="0" presId="urn:microsoft.com/office/officeart/2005/8/layout/vList2#1"/>
    <dgm:cxn modelId="{9E3340B9-D569-41D9-B7C8-6FFABD0FA71C}" srcId="{DF2E760D-666C-4CCB-B49E-450D47E0D8E0}" destId="{99698301-9DAE-4421-BF71-D02555DFEC47}" srcOrd="0" destOrd="0" parTransId="{BD9B599C-AEDD-4DC7-A443-28482D0B4C7D}" sibTransId="{950E0E97-7AE4-4DD9-92B6-AB0121872D56}"/>
    <dgm:cxn modelId="{C9D5A9BC-7C48-4FAB-B27D-60E797B5C2E7}" type="presOf" srcId="{99698301-9DAE-4421-BF71-D02555DFEC47}" destId="{AC1954A7-1C08-4F19-B7BB-E5268FD3AE95}" srcOrd="0" destOrd="0" presId="urn:microsoft.com/office/officeart/2005/8/layout/vList2#1"/>
    <dgm:cxn modelId="{BA9660C0-606E-44CD-9E77-E54DC2A87574}" srcId="{DF2E760D-666C-4CCB-B49E-450D47E0D8E0}" destId="{08925ADF-A959-4082-8637-46DB534BF93E}" srcOrd="2" destOrd="0" parTransId="{BE40B5E8-5CF9-442C-B571-F621F1BB9740}" sibTransId="{50A8307E-FB28-41A5-AF5F-EB3D4AE12DB5}"/>
    <dgm:cxn modelId="{8C9ED0F1-66A7-4B5B-A8AF-6F89711815F9}" srcId="{DF2E760D-666C-4CCB-B49E-450D47E0D8E0}" destId="{B7D1C315-6E79-456B-BD16-D5438B99D521}" srcOrd="3" destOrd="0" parTransId="{ABD4F83F-4676-46E8-AF97-5EB2D479F82A}" sibTransId="{DFE3D647-908B-4983-B437-EFF6FBDFE262}"/>
    <dgm:cxn modelId="{37F6FE2F-2478-449B-B255-3DB2D485C70B}" type="presParOf" srcId="{1438DC60-BACF-434F-AEE6-891F1B4F43D1}" destId="{AC1954A7-1C08-4F19-B7BB-E5268FD3AE95}" srcOrd="0" destOrd="0" presId="urn:microsoft.com/office/officeart/2005/8/layout/vList2#1"/>
    <dgm:cxn modelId="{CBCA3492-7674-4F9A-A910-D396E4FF830E}" type="presParOf" srcId="{1438DC60-BACF-434F-AEE6-891F1B4F43D1}" destId="{C14915A8-2A03-4000-8D09-14BE263633C2}" srcOrd="1" destOrd="0" presId="urn:microsoft.com/office/officeart/2005/8/layout/vList2#1"/>
    <dgm:cxn modelId="{BA3090B3-97E4-405D-9BFF-2CD1D88EE38E}" type="presParOf" srcId="{1438DC60-BACF-434F-AEE6-891F1B4F43D1}" destId="{923C16B3-1BB2-414F-AE26-DC94E13BD1DE}" srcOrd="2" destOrd="0" presId="urn:microsoft.com/office/officeart/2005/8/layout/vList2#1"/>
    <dgm:cxn modelId="{C98C2C77-778B-47A3-92B8-C77828A6CE7A}" type="presParOf" srcId="{1438DC60-BACF-434F-AEE6-891F1B4F43D1}" destId="{E3651F26-96E9-4919-B4B2-5E4F61730594}" srcOrd="3" destOrd="0" presId="urn:microsoft.com/office/officeart/2005/8/layout/vList2#1"/>
    <dgm:cxn modelId="{A0981184-E0FE-4696-A890-582A5ACEA0A6}" type="presParOf" srcId="{1438DC60-BACF-434F-AEE6-891F1B4F43D1}" destId="{62DD72B4-C0E9-4661-AD0C-CDCC4458C3B6}" srcOrd="4" destOrd="0" presId="urn:microsoft.com/office/officeart/2005/8/layout/vList2#1"/>
    <dgm:cxn modelId="{0BAD2D5E-E642-4B20-8A74-8E3A7A185D4F}" type="presParOf" srcId="{1438DC60-BACF-434F-AEE6-891F1B4F43D1}" destId="{6F32BF32-69BE-4652-9DB4-2D1364F3F90B}" srcOrd="5" destOrd="0" presId="urn:microsoft.com/office/officeart/2005/8/layout/vList2#1"/>
    <dgm:cxn modelId="{8E84B31C-C890-4043-8D68-F24A69E860B4}" type="presParOf" srcId="{1438DC60-BACF-434F-AEE6-891F1B4F43D1}" destId="{425896C7-C560-4971-8EA7-C307F492AFA2}" srcOrd="6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03A5115-6F20-41AF-8052-8A98967C1D66}" type="doc">
      <dgm:prSet loTypeId="urn:microsoft.com/office/officeart/2005/8/layout/default#1" loCatId="list" qsTypeId="urn:microsoft.com/office/officeart/2005/8/quickstyle/simple1#1" qsCatId="simple" csTypeId="urn:microsoft.com/office/officeart/2005/8/colors/accent0_3#1" csCatId="mainScheme" phldr="1"/>
      <dgm:spPr/>
      <dgm:t>
        <a:bodyPr/>
        <a:lstStyle/>
        <a:p>
          <a:endParaRPr lang="x-none"/>
        </a:p>
      </dgm:t>
    </dgm:pt>
    <dgm:pt modelId="{6BA51F38-F882-4E58-8594-2396FF51824C}">
      <dgm:prSet phldrT="[Text]" custT="1"/>
      <dgm:spPr/>
      <dgm:t>
        <a:bodyPr/>
        <a:lstStyle/>
        <a:p>
          <a:r>
            <a:rPr lang="en-GB" sz="2900" b="1" dirty="0"/>
            <a:t> </a:t>
          </a:r>
          <a:r>
            <a:rPr lang="en-GB" sz="2000" b="1" dirty="0"/>
            <a:t>MS Word</a:t>
          </a:r>
          <a:endParaRPr lang="x-none" sz="2000" b="1" dirty="0"/>
        </a:p>
      </dgm:t>
    </dgm:pt>
    <dgm:pt modelId="{18CC64EF-B808-4A54-890A-86699C104444}" type="parTrans" cxnId="{74F0383A-5FDE-432A-B029-2F8E306B2D80}">
      <dgm:prSet/>
      <dgm:spPr/>
      <dgm:t>
        <a:bodyPr/>
        <a:lstStyle/>
        <a:p>
          <a:endParaRPr lang="x-none"/>
        </a:p>
      </dgm:t>
    </dgm:pt>
    <dgm:pt modelId="{0C6D9CD4-AAA8-44A1-81DD-2D255629D3DF}" type="sibTrans" cxnId="{74F0383A-5FDE-432A-B029-2F8E306B2D80}">
      <dgm:prSet/>
      <dgm:spPr/>
      <dgm:t>
        <a:bodyPr/>
        <a:lstStyle/>
        <a:p>
          <a:endParaRPr lang="x-none"/>
        </a:p>
      </dgm:t>
    </dgm:pt>
    <dgm:pt modelId="{EF4A086E-727F-4DD6-BBCC-A6D8AC68D6F9}">
      <dgm:prSet phldrT="[Text]" custT="1"/>
      <dgm:spPr/>
      <dgm:t>
        <a:bodyPr/>
        <a:lstStyle/>
        <a:p>
          <a:r>
            <a:rPr lang="en-GB" sz="2000" b="1" dirty="0"/>
            <a:t>Visual Studio </a:t>
          </a:r>
          <a:endParaRPr lang="x-none" sz="2000" b="1" dirty="0"/>
        </a:p>
      </dgm:t>
    </dgm:pt>
    <dgm:pt modelId="{B12A1BFD-739B-4588-AF6C-3922AA50A919}" type="parTrans" cxnId="{896DF1D0-BF4F-4768-9018-C72C768ED053}">
      <dgm:prSet/>
      <dgm:spPr/>
      <dgm:t>
        <a:bodyPr/>
        <a:lstStyle/>
        <a:p>
          <a:endParaRPr lang="x-none"/>
        </a:p>
      </dgm:t>
    </dgm:pt>
    <dgm:pt modelId="{7AC42160-EFB1-4A04-AAB8-CC07ED0EFEDE}" type="sibTrans" cxnId="{896DF1D0-BF4F-4768-9018-C72C768ED053}">
      <dgm:prSet/>
      <dgm:spPr/>
      <dgm:t>
        <a:bodyPr/>
        <a:lstStyle/>
        <a:p>
          <a:endParaRPr lang="x-none"/>
        </a:p>
      </dgm:t>
    </dgm:pt>
    <dgm:pt modelId="{8C0BB4AC-4EFC-467A-BFA8-81761ECE5B3F}">
      <dgm:prSet custT="1"/>
      <dgm:spPr/>
      <dgm:t>
        <a:bodyPr/>
        <a:lstStyle/>
        <a:p>
          <a:r>
            <a:rPr lang="en-GB" sz="2900" b="1" dirty="0"/>
            <a:t> </a:t>
          </a:r>
          <a:r>
            <a:rPr lang="en-GB" sz="2000" b="1" dirty="0"/>
            <a:t>Draw.io</a:t>
          </a:r>
          <a:endParaRPr lang="x-none" sz="2000" b="1" dirty="0"/>
        </a:p>
      </dgm:t>
    </dgm:pt>
    <dgm:pt modelId="{4A3392F1-E7C4-4847-B11E-CFE6CEF868FA}" type="parTrans" cxnId="{50E0E195-2ED6-4D64-9897-6660FB73AADF}">
      <dgm:prSet/>
      <dgm:spPr/>
      <dgm:t>
        <a:bodyPr/>
        <a:lstStyle/>
        <a:p>
          <a:endParaRPr lang="x-none"/>
        </a:p>
      </dgm:t>
    </dgm:pt>
    <dgm:pt modelId="{10278116-17DD-46D9-9580-8092AB60D383}" type="sibTrans" cxnId="{50E0E195-2ED6-4D64-9897-6660FB73AADF}">
      <dgm:prSet/>
      <dgm:spPr/>
      <dgm:t>
        <a:bodyPr/>
        <a:lstStyle/>
        <a:p>
          <a:endParaRPr lang="x-none"/>
        </a:p>
      </dgm:t>
    </dgm:pt>
    <dgm:pt modelId="{876562B3-956F-4A1F-AEF1-3982F9D97F8B}">
      <dgm:prSet phldrT="[Text]" custT="1"/>
      <dgm:spPr/>
      <dgm:t>
        <a:bodyPr/>
        <a:lstStyle/>
        <a:p>
          <a:r>
            <a:rPr lang="en-US" sz="2000" b="1" dirty="0"/>
            <a:t>Postman</a:t>
          </a:r>
          <a:endParaRPr lang="x-none" sz="2000" b="1" dirty="0"/>
        </a:p>
      </dgm:t>
    </dgm:pt>
    <dgm:pt modelId="{767440BB-80FE-40AC-B275-0055EBF2B5ED}" type="parTrans" cxnId="{3F9A96E4-5635-49EE-994E-E49EBDB17FFE}">
      <dgm:prSet/>
      <dgm:spPr/>
      <dgm:t>
        <a:bodyPr/>
        <a:lstStyle/>
        <a:p>
          <a:endParaRPr lang="x-none"/>
        </a:p>
      </dgm:t>
    </dgm:pt>
    <dgm:pt modelId="{17D0B5E0-2DB0-45BE-9282-18F61DCD57E4}" type="sibTrans" cxnId="{3F9A96E4-5635-49EE-994E-E49EBDB17FFE}">
      <dgm:prSet/>
      <dgm:spPr/>
      <dgm:t>
        <a:bodyPr/>
        <a:lstStyle/>
        <a:p>
          <a:endParaRPr lang="x-none"/>
        </a:p>
      </dgm:t>
    </dgm:pt>
    <dgm:pt modelId="{1ACD94BC-2536-4578-83F1-712F932FFB36}" type="pres">
      <dgm:prSet presAssocID="{603A5115-6F20-41AF-8052-8A98967C1D66}" presName="diagram" presStyleCnt="0">
        <dgm:presLayoutVars>
          <dgm:dir/>
          <dgm:resizeHandles val="exact"/>
        </dgm:presLayoutVars>
      </dgm:prSet>
      <dgm:spPr/>
    </dgm:pt>
    <dgm:pt modelId="{E1F3F57F-F6F5-43E7-8823-312B5C9D890D}" type="pres">
      <dgm:prSet presAssocID="{6BA51F38-F882-4E58-8594-2396FF51824C}" presName="node" presStyleLbl="node1" presStyleIdx="0" presStyleCnt="4" custLinFactNeighborX="-1132" custLinFactNeighborY="-1180">
        <dgm:presLayoutVars>
          <dgm:bulletEnabled val="1"/>
        </dgm:presLayoutVars>
      </dgm:prSet>
      <dgm:spPr/>
    </dgm:pt>
    <dgm:pt modelId="{CDA91E86-A283-40B4-89DB-CEFCEA0B1BF0}" type="pres">
      <dgm:prSet presAssocID="{0C6D9CD4-AAA8-44A1-81DD-2D255629D3DF}" presName="sibTrans" presStyleCnt="0"/>
      <dgm:spPr/>
    </dgm:pt>
    <dgm:pt modelId="{03F91F8C-D50D-4B61-9C5F-E1C950081778}" type="pres">
      <dgm:prSet presAssocID="{8C0BB4AC-4EFC-467A-BFA8-81761ECE5B3F}" presName="node" presStyleLbl="node1" presStyleIdx="1" presStyleCnt="4">
        <dgm:presLayoutVars>
          <dgm:bulletEnabled val="1"/>
        </dgm:presLayoutVars>
      </dgm:prSet>
      <dgm:spPr/>
    </dgm:pt>
    <dgm:pt modelId="{3EF5CEC9-1D22-4D9E-93D7-1B7A9CAC7FBB}" type="pres">
      <dgm:prSet presAssocID="{10278116-17DD-46D9-9580-8092AB60D383}" presName="sibTrans" presStyleCnt="0"/>
      <dgm:spPr/>
    </dgm:pt>
    <dgm:pt modelId="{43B839AE-AE26-4F74-8B82-BD264C118189}" type="pres">
      <dgm:prSet presAssocID="{EF4A086E-727F-4DD6-BBCC-A6D8AC68D6F9}" presName="node" presStyleLbl="node1" presStyleIdx="2" presStyleCnt="4" custLinFactNeighborX="1535" custLinFactNeighborY="-1226">
        <dgm:presLayoutVars>
          <dgm:bulletEnabled val="1"/>
        </dgm:presLayoutVars>
      </dgm:prSet>
      <dgm:spPr/>
    </dgm:pt>
    <dgm:pt modelId="{EABF7761-DC03-4ACC-9527-F1E6CD2E24E4}" type="pres">
      <dgm:prSet presAssocID="{7AC42160-EFB1-4A04-AAB8-CC07ED0EFEDE}" presName="sibTrans" presStyleCnt="0"/>
      <dgm:spPr/>
    </dgm:pt>
    <dgm:pt modelId="{B49AFA3A-1BA6-49E5-A8D5-CB0038FEC815}" type="pres">
      <dgm:prSet presAssocID="{876562B3-956F-4A1F-AEF1-3982F9D97F8B}" presName="node" presStyleLbl="node1" presStyleIdx="3" presStyleCnt="4">
        <dgm:presLayoutVars>
          <dgm:bulletEnabled val="1"/>
        </dgm:presLayoutVars>
      </dgm:prSet>
      <dgm:spPr/>
    </dgm:pt>
  </dgm:ptLst>
  <dgm:cxnLst>
    <dgm:cxn modelId="{74F0383A-5FDE-432A-B029-2F8E306B2D80}" srcId="{603A5115-6F20-41AF-8052-8A98967C1D66}" destId="{6BA51F38-F882-4E58-8594-2396FF51824C}" srcOrd="0" destOrd="0" parTransId="{18CC64EF-B808-4A54-890A-86699C104444}" sibTransId="{0C6D9CD4-AAA8-44A1-81DD-2D255629D3DF}"/>
    <dgm:cxn modelId="{09A67F48-62A1-404F-B65C-5DC565427971}" type="presOf" srcId="{603A5115-6F20-41AF-8052-8A98967C1D66}" destId="{1ACD94BC-2536-4578-83F1-712F932FFB36}" srcOrd="0" destOrd="0" presId="urn:microsoft.com/office/officeart/2005/8/layout/default#1"/>
    <dgm:cxn modelId="{57AF914E-125D-45E4-854C-BC5B8A1AE75C}" type="presOf" srcId="{8C0BB4AC-4EFC-467A-BFA8-81761ECE5B3F}" destId="{03F91F8C-D50D-4B61-9C5F-E1C950081778}" srcOrd="0" destOrd="0" presId="urn:microsoft.com/office/officeart/2005/8/layout/default#1"/>
    <dgm:cxn modelId="{1B15D64F-7A86-4A6A-B052-8665D5DBA6FF}" type="presOf" srcId="{6BA51F38-F882-4E58-8594-2396FF51824C}" destId="{E1F3F57F-F6F5-43E7-8823-312B5C9D890D}" srcOrd="0" destOrd="0" presId="urn:microsoft.com/office/officeart/2005/8/layout/default#1"/>
    <dgm:cxn modelId="{50E0E195-2ED6-4D64-9897-6660FB73AADF}" srcId="{603A5115-6F20-41AF-8052-8A98967C1D66}" destId="{8C0BB4AC-4EFC-467A-BFA8-81761ECE5B3F}" srcOrd="1" destOrd="0" parTransId="{4A3392F1-E7C4-4847-B11E-CFE6CEF868FA}" sibTransId="{10278116-17DD-46D9-9580-8092AB60D383}"/>
    <dgm:cxn modelId="{ECADEEBF-A540-4C1B-8D0A-3A0CBBBCC4FB}" type="presOf" srcId="{876562B3-956F-4A1F-AEF1-3982F9D97F8B}" destId="{B49AFA3A-1BA6-49E5-A8D5-CB0038FEC815}" srcOrd="0" destOrd="0" presId="urn:microsoft.com/office/officeart/2005/8/layout/default#1"/>
    <dgm:cxn modelId="{896DF1D0-BF4F-4768-9018-C72C768ED053}" srcId="{603A5115-6F20-41AF-8052-8A98967C1D66}" destId="{EF4A086E-727F-4DD6-BBCC-A6D8AC68D6F9}" srcOrd="2" destOrd="0" parTransId="{B12A1BFD-739B-4588-AF6C-3922AA50A919}" sibTransId="{7AC42160-EFB1-4A04-AAB8-CC07ED0EFEDE}"/>
    <dgm:cxn modelId="{D55F43E4-B508-4125-B312-F8E231FB31F5}" type="presOf" srcId="{EF4A086E-727F-4DD6-BBCC-A6D8AC68D6F9}" destId="{43B839AE-AE26-4F74-8B82-BD264C118189}" srcOrd="0" destOrd="0" presId="urn:microsoft.com/office/officeart/2005/8/layout/default#1"/>
    <dgm:cxn modelId="{3F9A96E4-5635-49EE-994E-E49EBDB17FFE}" srcId="{603A5115-6F20-41AF-8052-8A98967C1D66}" destId="{876562B3-956F-4A1F-AEF1-3982F9D97F8B}" srcOrd="3" destOrd="0" parTransId="{767440BB-80FE-40AC-B275-0055EBF2B5ED}" sibTransId="{17D0B5E0-2DB0-45BE-9282-18F61DCD57E4}"/>
    <dgm:cxn modelId="{B221E0BA-FC49-42C5-90AC-5039E8C69145}" type="presParOf" srcId="{1ACD94BC-2536-4578-83F1-712F932FFB36}" destId="{E1F3F57F-F6F5-43E7-8823-312B5C9D890D}" srcOrd="0" destOrd="0" presId="urn:microsoft.com/office/officeart/2005/8/layout/default#1"/>
    <dgm:cxn modelId="{4EB56244-51C8-45E8-A87D-F4CFBD2C19CC}" type="presParOf" srcId="{1ACD94BC-2536-4578-83F1-712F932FFB36}" destId="{CDA91E86-A283-40B4-89DB-CEFCEA0B1BF0}" srcOrd="1" destOrd="0" presId="urn:microsoft.com/office/officeart/2005/8/layout/default#1"/>
    <dgm:cxn modelId="{3A32DBB7-42CD-4D80-8DA2-DD9CDCC46947}" type="presParOf" srcId="{1ACD94BC-2536-4578-83F1-712F932FFB36}" destId="{03F91F8C-D50D-4B61-9C5F-E1C950081778}" srcOrd="2" destOrd="0" presId="urn:microsoft.com/office/officeart/2005/8/layout/default#1"/>
    <dgm:cxn modelId="{A676058A-D175-4B3F-B453-E50616B95DAC}" type="presParOf" srcId="{1ACD94BC-2536-4578-83F1-712F932FFB36}" destId="{3EF5CEC9-1D22-4D9E-93D7-1B7A9CAC7FBB}" srcOrd="3" destOrd="0" presId="urn:microsoft.com/office/officeart/2005/8/layout/default#1"/>
    <dgm:cxn modelId="{DF9846AF-AB7A-40CF-ABEF-D54AB4FE0A4E}" type="presParOf" srcId="{1ACD94BC-2536-4578-83F1-712F932FFB36}" destId="{43B839AE-AE26-4F74-8B82-BD264C118189}" srcOrd="4" destOrd="0" presId="urn:microsoft.com/office/officeart/2005/8/layout/default#1"/>
    <dgm:cxn modelId="{9A190D0B-50AD-443B-A13C-C56F62F1DEB8}" type="presParOf" srcId="{1ACD94BC-2536-4578-83F1-712F932FFB36}" destId="{EABF7761-DC03-4ACC-9527-F1E6CD2E24E4}" srcOrd="5" destOrd="0" presId="urn:microsoft.com/office/officeart/2005/8/layout/default#1"/>
    <dgm:cxn modelId="{A304107F-8378-40B2-8A5F-E8137917B7F0}" type="presParOf" srcId="{1ACD94BC-2536-4578-83F1-712F932FFB36}" destId="{B49AFA3A-1BA6-49E5-A8D5-CB0038FEC815}" srcOrd="6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E8C87B4-B441-4482-B8FF-D082BD6FCA52}" type="doc">
      <dgm:prSet loTypeId="urn:microsoft.com/office/officeart/2005/8/layout/default#2" loCatId="list" qsTypeId="urn:microsoft.com/office/officeart/2005/8/quickstyle/simple1#2" qsCatId="simple" csTypeId="urn:microsoft.com/office/officeart/2005/8/colors/accent0_3#2" csCatId="mainScheme" phldr="1"/>
      <dgm:spPr/>
      <dgm:t>
        <a:bodyPr/>
        <a:lstStyle/>
        <a:p>
          <a:endParaRPr lang="x-none"/>
        </a:p>
      </dgm:t>
    </dgm:pt>
    <dgm:pt modelId="{F41E7D9B-8911-4442-A4E8-B744173D5DCF}">
      <dgm:prSet phldrT="[Text]" custT="1"/>
      <dgm:spPr/>
      <dgm:t>
        <a:bodyPr/>
        <a:lstStyle/>
        <a:p>
          <a:r>
            <a:rPr lang="en-GB" sz="2000" b="1" dirty="0"/>
            <a:t>HTML</a:t>
          </a:r>
          <a:endParaRPr lang="x-none" sz="2000" b="1" dirty="0"/>
        </a:p>
      </dgm:t>
    </dgm:pt>
    <dgm:pt modelId="{ECBF6A00-0747-4183-A3C4-9627DBE410F2}" type="parTrans" cxnId="{E5980256-A02C-402C-87C4-E2DD2FF96858}">
      <dgm:prSet/>
      <dgm:spPr/>
      <dgm:t>
        <a:bodyPr/>
        <a:lstStyle/>
        <a:p>
          <a:endParaRPr lang="x-none"/>
        </a:p>
      </dgm:t>
    </dgm:pt>
    <dgm:pt modelId="{51A63508-D57D-4647-9F9B-E39C9F12CCC8}" type="sibTrans" cxnId="{E5980256-A02C-402C-87C4-E2DD2FF96858}">
      <dgm:prSet/>
      <dgm:spPr/>
      <dgm:t>
        <a:bodyPr/>
        <a:lstStyle/>
        <a:p>
          <a:endParaRPr lang="x-none"/>
        </a:p>
      </dgm:t>
    </dgm:pt>
    <dgm:pt modelId="{5C2DFC15-9702-4591-AEC2-718814F54688}">
      <dgm:prSet phldrT="[Text]" custT="1"/>
      <dgm:spPr/>
      <dgm:t>
        <a:bodyPr/>
        <a:lstStyle/>
        <a:p>
          <a:r>
            <a:rPr lang="en-GB" sz="2000" b="1" dirty="0"/>
            <a:t>CSS</a:t>
          </a:r>
          <a:endParaRPr lang="x-none" sz="2000" b="1" dirty="0"/>
        </a:p>
      </dgm:t>
    </dgm:pt>
    <dgm:pt modelId="{8DC8DD5F-F040-412F-A6A6-FD83EB004F67}" type="parTrans" cxnId="{13161984-AF8E-48D1-8CA7-ADA4CC3D0DE6}">
      <dgm:prSet/>
      <dgm:spPr/>
      <dgm:t>
        <a:bodyPr/>
        <a:lstStyle/>
        <a:p>
          <a:endParaRPr lang="x-none"/>
        </a:p>
      </dgm:t>
    </dgm:pt>
    <dgm:pt modelId="{86422AB3-9FD6-4AF7-9D83-F4D0649F137E}" type="sibTrans" cxnId="{13161984-AF8E-48D1-8CA7-ADA4CC3D0DE6}">
      <dgm:prSet/>
      <dgm:spPr/>
      <dgm:t>
        <a:bodyPr/>
        <a:lstStyle/>
        <a:p>
          <a:endParaRPr lang="x-none"/>
        </a:p>
      </dgm:t>
    </dgm:pt>
    <dgm:pt modelId="{14EC366D-0625-4843-81B5-B7066152D4DF}">
      <dgm:prSet phldrT="[Text]" custT="1"/>
      <dgm:spPr/>
      <dgm:t>
        <a:bodyPr/>
        <a:lstStyle/>
        <a:p>
          <a:r>
            <a:rPr lang="en-GB" sz="2000" b="1" dirty="0"/>
            <a:t>JS</a:t>
          </a:r>
          <a:endParaRPr lang="x-none" sz="2000" b="1" dirty="0"/>
        </a:p>
      </dgm:t>
    </dgm:pt>
    <dgm:pt modelId="{3271B8B1-ABC9-41E8-A97E-4E5B9196FC02}" type="parTrans" cxnId="{950C062C-2AED-4A6A-A295-3AF085FA48E9}">
      <dgm:prSet/>
      <dgm:spPr/>
      <dgm:t>
        <a:bodyPr/>
        <a:lstStyle/>
        <a:p>
          <a:endParaRPr lang="x-none"/>
        </a:p>
      </dgm:t>
    </dgm:pt>
    <dgm:pt modelId="{60DDC6C4-1374-427F-9AA2-756420F375FB}" type="sibTrans" cxnId="{950C062C-2AED-4A6A-A295-3AF085FA48E9}">
      <dgm:prSet/>
      <dgm:spPr/>
      <dgm:t>
        <a:bodyPr/>
        <a:lstStyle/>
        <a:p>
          <a:endParaRPr lang="x-none"/>
        </a:p>
      </dgm:t>
    </dgm:pt>
    <dgm:pt modelId="{627CBD22-E6F5-45B5-9254-4B4953FDE7D6}">
      <dgm:prSet phldrT="[Text]" custT="1"/>
      <dgm:spPr/>
      <dgm:t>
        <a:bodyPr/>
        <a:lstStyle/>
        <a:p>
          <a:r>
            <a:rPr lang="en-US" sz="2000" b="1" dirty="0"/>
            <a:t>Node.js</a:t>
          </a:r>
          <a:endParaRPr lang="x-none" sz="2000" b="1" dirty="0"/>
        </a:p>
      </dgm:t>
    </dgm:pt>
    <dgm:pt modelId="{AE61F156-0D2D-4AEA-9A79-7930655CC24D}" type="sibTrans" cxnId="{A48F14F8-6295-42D0-8625-8A828E748410}">
      <dgm:prSet/>
      <dgm:spPr/>
      <dgm:t>
        <a:bodyPr/>
        <a:lstStyle/>
        <a:p>
          <a:endParaRPr lang="en-US"/>
        </a:p>
      </dgm:t>
    </dgm:pt>
    <dgm:pt modelId="{61EF1A09-1E55-4CB3-BDA0-6B2C48316346}" type="parTrans" cxnId="{A48F14F8-6295-42D0-8625-8A828E748410}">
      <dgm:prSet/>
      <dgm:spPr/>
      <dgm:t>
        <a:bodyPr/>
        <a:lstStyle/>
        <a:p>
          <a:endParaRPr lang="en-US"/>
        </a:p>
      </dgm:t>
    </dgm:pt>
    <dgm:pt modelId="{07DE9276-D2D9-49E3-87B8-7EC1F4BF36D0}">
      <dgm:prSet phldrT="[Text]" custT="1"/>
      <dgm:spPr/>
      <dgm:t>
        <a:bodyPr/>
        <a:lstStyle/>
        <a:p>
          <a:r>
            <a:rPr lang="en-US" sz="2000" b="1" dirty="0"/>
            <a:t>React</a:t>
          </a:r>
          <a:endParaRPr lang="x-none" sz="2000" b="1" dirty="0"/>
        </a:p>
      </dgm:t>
    </dgm:pt>
    <dgm:pt modelId="{DF4F55A7-D393-4E97-A6C1-D6D30BEC9E8F}" type="parTrans" cxnId="{354158A0-D1EC-4FF9-943B-31F9C5766F00}">
      <dgm:prSet/>
      <dgm:spPr/>
      <dgm:t>
        <a:bodyPr/>
        <a:lstStyle/>
        <a:p>
          <a:endParaRPr lang="en-US"/>
        </a:p>
      </dgm:t>
    </dgm:pt>
    <dgm:pt modelId="{7E727B44-77E1-4B09-9CC3-EDB0C96BA6E3}" type="sibTrans" cxnId="{354158A0-D1EC-4FF9-943B-31F9C5766F00}">
      <dgm:prSet/>
      <dgm:spPr/>
      <dgm:t>
        <a:bodyPr/>
        <a:lstStyle/>
        <a:p>
          <a:endParaRPr lang="en-US"/>
        </a:p>
      </dgm:t>
    </dgm:pt>
    <dgm:pt modelId="{232064FA-0711-4CF6-AF4A-C60F39B12A55}">
      <dgm:prSet phldrT="[Text]" custT="1"/>
      <dgm:spPr/>
      <dgm:t>
        <a:bodyPr/>
        <a:lstStyle/>
        <a:p>
          <a:r>
            <a:rPr lang="en-US" sz="2000" b="1" dirty="0" err="1"/>
            <a:t>mongodb</a:t>
          </a:r>
          <a:endParaRPr lang="x-none" sz="2000" b="1" dirty="0"/>
        </a:p>
      </dgm:t>
    </dgm:pt>
    <dgm:pt modelId="{B53B8EDF-25B3-46CF-9631-604C0BBFF6BE}" type="parTrans" cxnId="{C4B93D41-E57C-42B4-957C-84AA40FFC3CA}">
      <dgm:prSet/>
      <dgm:spPr/>
      <dgm:t>
        <a:bodyPr/>
        <a:lstStyle/>
        <a:p>
          <a:endParaRPr lang="en-US"/>
        </a:p>
      </dgm:t>
    </dgm:pt>
    <dgm:pt modelId="{88EC83A1-642E-4464-9839-4033F63C171E}" type="sibTrans" cxnId="{C4B93D41-E57C-42B4-957C-84AA40FFC3CA}">
      <dgm:prSet/>
      <dgm:spPr/>
      <dgm:t>
        <a:bodyPr/>
        <a:lstStyle/>
        <a:p>
          <a:endParaRPr lang="en-US"/>
        </a:p>
      </dgm:t>
    </dgm:pt>
    <dgm:pt modelId="{4F3FA3C1-3A0D-4B1B-A62B-E2987BD2E698}" type="pres">
      <dgm:prSet presAssocID="{EE8C87B4-B441-4482-B8FF-D082BD6FCA52}" presName="diagram" presStyleCnt="0">
        <dgm:presLayoutVars>
          <dgm:dir/>
          <dgm:resizeHandles val="exact"/>
        </dgm:presLayoutVars>
      </dgm:prSet>
      <dgm:spPr/>
    </dgm:pt>
    <dgm:pt modelId="{A9727A1F-1DA0-4847-841A-B7053B4DDD5F}" type="pres">
      <dgm:prSet presAssocID="{F41E7D9B-8911-4442-A4E8-B744173D5DCF}" presName="node" presStyleLbl="node1" presStyleIdx="0" presStyleCnt="6">
        <dgm:presLayoutVars>
          <dgm:bulletEnabled val="1"/>
        </dgm:presLayoutVars>
      </dgm:prSet>
      <dgm:spPr/>
    </dgm:pt>
    <dgm:pt modelId="{06777742-15B8-455B-B310-C43D1F374B9F}" type="pres">
      <dgm:prSet presAssocID="{51A63508-D57D-4647-9F9B-E39C9F12CCC8}" presName="sibTrans" presStyleCnt="0"/>
      <dgm:spPr/>
    </dgm:pt>
    <dgm:pt modelId="{29B925BE-F03E-434E-B7E3-B5C9E72633F8}" type="pres">
      <dgm:prSet presAssocID="{5C2DFC15-9702-4591-AEC2-718814F54688}" presName="node" presStyleLbl="node1" presStyleIdx="1" presStyleCnt="6">
        <dgm:presLayoutVars>
          <dgm:bulletEnabled val="1"/>
        </dgm:presLayoutVars>
      </dgm:prSet>
      <dgm:spPr/>
    </dgm:pt>
    <dgm:pt modelId="{D0008FE9-4E1B-4874-B490-82BADB397324}" type="pres">
      <dgm:prSet presAssocID="{86422AB3-9FD6-4AF7-9D83-F4D0649F137E}" presName="sibTrans" presStyleCnt="0"/>
      <dgm:spPr/>
    </dgm:pt>
    <dgm:pt modelId="{879DD595-CE12-41E0-AA91-C790F7F8BB19}" type="pres">
      <dgm:prSet presAssocID="{14EC366D-0625-4843-81B5-B7066152D4DF}" presName="node" presStyleLbl="node1" presStyleIdx="2" presStyleCnt="6">
        <dgm:presLayoutVars>
          <dgm:bulletEnabled val="1"/>
        </dgm:presLayoutVars>
      </dgm:prSet>
      <dgm:spPr/>
    </dgm:pt>
    <dgm:pt modelId="{4F2DD1B1-5487-4795-A7D9-0EC4E67F548A}" type="pres">
      <dgm:prSet presAssocID="{60DDC6C4-1374-427F-9AA2-756420F375FB}" presName="sibTrans" presStyleCnt="0"/>
      <dgm:spPr/>
    </dgm:pt>
    <dgm:pt modelId="{8003D92D-C003-4EF7-9F2E-90543C3EAD7B}" type="pres">
      <dgm:prSet presAssocID="{627CBD22-E6F5-45B5-9254-4B4953FDE7D6}" presName="node" presStyleLbl="node1" presStyleIdx="3" presStyleCnt="6">
        <dgm:presLayoutVars>
          <dgm:bulletEnabled val="1"/>
        </dgm:presLayoutVars>
      </dgm:prSet>
      <dgm:spPr/>
    </dgm:pt>
    <dgm:pt modelId="{B720FD71-92C5-4270-8E5B-6211CFD558CA}" type="pres">
      <dgm:prSet presAssocID="{AE61F156-0D2D-4AEA-9A79-7930655CC24D}" presName="sibTrans" presStyleCnt="0"/>
      <dgm:spPr/>
    </dgm:pt>
    <dgm:pt modelId="{ED34C8B4-A320-402B-AD0C-D9B6E30770D5}" type="pres">
      <dgm:prSet presAssocID="{07DE9276-D2D9-49E3-87B8-7EC1F4BF36D0}" presName="node" presStyleLbl="node1" presStyleIdx="4" presStyleCnt="6">
        <dgm:presLayoutVars>
          <dgm:bulletEnabled val="1"/>
        </dgm:presLayoutVars>
      </dgm:prSet>
      <dgm:spPr/>
    </dgm:pt>
    <dgm:pt modelId="{BD00FABB-0DB7-4577-BD4B-024DBE4D9841}" type="pres">
      <dgm:prSet presAssocID="{7E727B44-77E1-4B09-9CC3-EDB0C96BA6E3}" presName="sibTrans" presStyleCnt="0"/>
      <dgm:spPr/>
    </dgm:pt>
    <dgm:pt modelId="{7731C711-C9F6-4B67-B0B4-1F53E1C6F30C}" type="pres">
      <dgm:prSet presAssocID="{232064FA-0711-4CF6-AF4A-C60F39B12A55}" presName="node" presStyleLbl="node1" presStyleIdx="5" presStyleCnt="6">
        <dgm:presLayoutVars>
          <dgm:bulletEnabled val="1"/>
        </dgm:presLayoutVars>
      </dgm:prSet>
      <dgm:spPr/>
    </dgm:pt>
  </dgm:ptLst>
  <dgm:cxnLst>
    <dgm:cxn modelId="{950C062C-2AED-4A6A-A295-3AF085FA48E9}" srcId="{EE8C87B4-B441-4482-B8FF-D082BD6FCA52}" destId="{14EC366D-0625-4843-81B5-B7066152D4DF}" srcOrd="2" destOrd="0" parTransId="{3271B8B1-ABC9-41E8-A97E-4E5B9196FC02}" sibTransId="{60DDC6C4-1374-427F-9AA2-756420F375FB}"/>
    <dgm:cxn modelId="{9A27583B-05D8-4D4C-9262-144564767C81}" type="presOf" srcId="{232064FA-0711-4CF6-AF4A-C60F39B12A55}" destId="{7731C711-C9F6-4B67-B0B4-1F53E1C6F30C}" srcOrd="0" destOrd="0" presId="urn:microsoft.com/office/officeart/2005/8/layout/default#2"/>
    <dgm:cxn modelId="{C4B93D41-E57C-42B4-957C-84AA40FFC3CA}" srcId="{EE8C87B4-B441-4482-B8FF-D082BD6FCA52}" destId="{232064FA-0711-4CF6-AF4A-C60F39B12A55}" srcOrd="5" destOrd="0" parTransId="{B53B8EDF-25B3-46CF-9631-604C0BBFF6BE}" sibTransId="{88EC83A1-642E-4464-9839-4033F63C171E}"/>
    <dgm:cxn modelId="{768DCF44-C6D1-4B5F-8EDD-C84037728C2B}" type="presOf" srcId="{07DE9276-D2D9-49E3-87B8-7EC1F4BF36D0}" destId="{ED34C8B4-A320-402B-AD0C-D9B6E30770D5}" srcOrd="0" destOrd="0" presId="urn:microsoft.com/office/officeart/2005/8/layout/default#2"/>
    <dgm:cxn modelId="{02B2E06F-A54F-437C-A472-78B9A0E66A09}" type="presOf" srcId="{5C2DFC15-9702-4591-AEC2-718814F54688}" destId="{29B925BE-F03E-434E-B7E3-B5C9E72633F8}" srcOrd="0" destOrd="0" presId="urn:microsoft.com/office/officeart/2005/8/layout/default#2"/>
    <dgm:cxn modelId="{E5980256-A02C-402C-87C4-E2DD2FF96858}" srcId="{EE8C87B4-B441-4482-B8FF-D082BD6FCA52}" destId="{F41E7D9B-8911-4442-A4E8-B744173D5DCF}" srcOrd="0" destOrd="0" parTransId="{ECBF6A00-0747-4183-A3C4-9627DBE410F2}" sibTransId="{51A63508-D57D-4647-9F9B-E39C9F12CCC8}"/>
    <dgm:cxn modelId="{B19E927A-8F03-430D-B586-EE7867802DBB}" type="presOf" srcId="{EE8C87B4-B441-4482-B8FF-D082BD6FCA52}" destId="{4F3FA3C1-3A0D-4B1B-A62B-E2987BD2E698}" srcOrd="0" destOrd="0" presId="urn:microsoft.com/office/officeart/2005/8/layout/default#2"/>
    <dgm:cxn modelId="{13161984-AF8E-48D1-8CA7-ADA4CC3D0DE6}" srcId="{EE8C87B4-B441-4482-B8FF-D082BD6FCA52}" destId="{5C2DFC15-9702-4591-AEC2-718814F54688}" srcOrd="1" destOrd="0" parTransId="{8DC8DD5F-F040-412F-A6A6-FD83EB004F67}" sibTransId="{86422AB3-9FD6-4AF7-9D83-F4D0649F137E}"/>
    <dgm:cxn modelId="{354158A0-D1EC-4FF9-943B-31F9C5766F00}" srcId="{EE8C87B4-B441-4482-B8FF-D082BD6FCA52}" destId="{07DE9276-D2D9-49E3-87B8-7EC1F4BF36D0}" srcOrd="4" destOrd="0" parTransId="{DF4F55A7-D393-4E97-A6C1-D6D30BEC9E8F}" sibTransId="{7E727B44-77E1-4B09-9CC3-EDB0C96BA6E3}"/>
    <dgm:cxn modelId="{E86642A2-43D0-4282-9FFB-BDE9A82C5A01}" type="presOf" srcId="{14EC366D-0625-4843-81B5-B7066152D4DF}" destId="{879DD595-CE12-41E0-AA91-C790F7F8BB19}" srcOrd="0" destOrd="0" presId="urn:microsoft.com/office/officeart/2005/8/layout/default#2"/>
    <dgm:cxn modelId="{A48F14F8-6295-42D0-8625-8A828E748410}" srcId="{EE8C87B4-B441-4482-B8FF-D082BD6FCA52}" destId="{627CBD22-E6F5-45B5-9254-4B4953FDE7D6}" srcOrd="3" destOrd="0" parTransId="{61EF1A09-1E55-4CB3-BDA0-6B2C48316346}" sibTransId="{AE61F156-0D2D-4AEA-9A79-7930655CC24D}"/>
    <dgm:cxn modelId="{B1EB69F9-BD89-4704-BFE4-CAFA82737E93}" type="presOf" srcId="{627CBD22-E6F5-45B5-9254-4B4953FDE7D6}" destId="{8003D92D-C003-4EF7-9F2E-90543C3EAD7B}" srcOrd="0" destOrd="0" presId="urn:microsoft.com/office/officeart/2005/8/layout/default#2"/>
    <dgm:cxn modelId="{45F847FD-F05B-4370-BFFE-5F655771C0BF}" type="presOf" srcId="{F41E7D9B-8911-4442-A4E8-B744173D5DCF}" destId="{A9727A1F-1DA0-4847-841A-B7053B4DDD5F}" srcOrd="0" destOrd="0" presId="urn:microsoft.com/office/officeart/2005/8/layout/default#2"/>
    <dgm:cxn modelId="{28F7AF80-1FE7-4428-A57F-7EB520C81F71}" type="presParOf" srcId="{4F3FA3C1-3A0D-4B1B-A62B-E2987BD2E698}" destId="{A9727A1F-1DA0-4847-841A-B7053B4DDD5F}" srcOrd="0" destOrd="0" presId="urn:microsoft.com/office/officeart/2005/8/layout/default#2"/>
    <dgm:cxn modelId="{58543EDB-6E44-4B81-B0D5-113B940CED9E}" type="presParOf" srcId="{4F3FA3C1-3A0D-4B1B-A62B-E2987BD2E698}" destId="{06777742-15B8-455B-B310-C43D1F374B9F}" srcOrd="1" destOrd="0" presId="urn:microsoft.com/office/officeart/2005/8/layout/default#2"/>
    <dgm:cxn modelId="{BEE60856-A875-4F0E-9AF1-A41257728E73}" type="presParOf" srcId="{4F3FA3C1-3A0D-4B1B-A62B-E2987BD2E698}" destId="{29B925BE-F03E-434E-B7E3-B5C9E72633F8}" srcOrd="2" destOrd="0" presId="urn:microsoft.com/office/officeart/2005/8/layout/default#2"/>
    <dgm:cxn modelId="{C5EF2A96-B8A5-423E-BB3D-CB41B21BA058}" type="presParOf" srcId="{4F3FA3C1-3A0D-4B1B-A62B-E2987BD2E698}" destId="{D0008FE9-4E1B-4874-B490-82BADB397324}" srcOrd="3" destOrd="0" presId="urn:microsoft.com/office/officeart/2005/8/layout/default#2"/>
    <dgm:cxn modelId="{F6006AD9-4824-4752-A0F4-CC40DFD56E7B}" type="presParOf" srcId="{4F3FA3C1-3A0D-4B1B-A62B-E2987BD2E698}" destId="{879DD595-CE12-41E0-AA91-C790F7F8BB19}" srcOrd="4" destOrd="0" presId="urn:microsoft.com/office/officeart/2005/8/layout/default#2"/>
    <dgm:cxn modelId="{B92EEB23-22E6-4783-9358-27C1C75EB06E}" type="presParOf" srcId="{4F3FA3C1-3A0D-4B1B-A62B-E2987BD2E698}" destId="{4F2DD1B1-5487-4795-A7D9-0EC4E67F548A}" srcOrd="5" destOrd="0" presId="urn:microsoft.com/office/officeart/2005/8/layout/default#2"/>
    <dgm:cxn modelId="{AAE93E78-8B76-4CCD-BC66-22C078B37738}" type="presParOf" srcId="{4F3FA3C1-3A0D-4B1B-A62B-E2987BD2E698}" destId="{8003D92D-C003-4EF7-9F2E-90543C3EAD7B}" srcOrd="6" destOrd="0" presId="urn:microsoft.com/office/officeart/2005/8/layout/default#2"/>
    <dgm:cxn modelId="{1F5F3BAF-C3A8-4723-A4A2-4ED3F7B13215}" type="presParOf" srcId="{4F3FA3C1-3A0D-4B1B-A62B-E2987BD2E698}" destId="{B720FD71-92C5-4270-8E5B-6211CFD558CA}" srcOrd="7" destOrd="0" presId="urn:microsoft.com/office/officeart/2005/8/layout/default#2"/>
    <dgm:cxn modelId="{F796AE95-CAD2-4CCF-A0BA-1EFB50054DE1}" type="presParOf" srcId="{4F3FA3C1-3A0D-4B1B-A62B-E2987BD2E698}" destId="{ED34C8B4-A320-402B-AD0C-D9B6E30770D5}" srcOrd="8" destOrd="0" presId="urn:microsoft.com/office/officeart/2005/8/layout/default#2"/>
    <dgm:cxn modelId="{9836A50C-8D71-47F6-8C88-1CFCA5DBECFC}" type="presParOf" srcId="{4F3FA3C1-3A0D-4B1B-A62B-E2987BD2E698}" destId="{BD00FABB-0DB7-4577-BD4B-024DBE4D9841}" srcOrd="9" destOrd="0" presId="urn:microsoft.com/office/officeart/2005/8/layout/default#2"/>
    <dgm:cxn modelId="{C22B0578-3E74-4869-A7E9-01834D668DC4}" type="presParOf" srcId="{4F3FA3C1-3A0D-4B1B-A62B-E2987BD2E698}" destId="{7731C711-C9F6-4B67-B0B4-1F53E1C6F30C}" srcOrd="10" destOrd="0" presId="urn:microsoft.com/office/officeart/2005/8/layout/default#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20CA5C4-75B2-445A-B19A-6C6D86541EA5}" type="doc">
      <dgm:prSet loTypeId="urn:microsoft.com/office/officeart/2005/8/layout/vList2#1" loCatId="list" qsTypeId="urn:microsoft.com/office/officeart/2005/8/quickstyle/3d2" qsCatId="3D" csTypeId="urn:microsoft.com/office/officeart/2005/8/colors/colorful4#1" csCatId="colorful"/>
      <dgm:spPr/>
      <dgm:t>
        <a:bodyPr/>
        <a:lstStyle/>
        <a:p>
          <a:endParaRPr lang="en-US"/>
        </a:p>
      </dgm:t>
    </dgm:pt>
    <dgm:pt modelId="{AE9B898F-C993-4649-B30D-B9D93FB84591}">
      <dgm:prSet custT="1"/>
      <dgm:spPr/>
      <dgm:t>
        <a:bodyPr/>
        <a:lstStyle/>
        <a:p>
          <a:pPr rtl="0"/>
          <a:r>
            <a:rPr lang="en-US" sz="1500" b="1" i="0" baseline="0" dirty="0"/>
            <a:t>Component-based development for modular UI (</a:t>
          </a:r>
          <a:r>
            <a:rPr lang="en-US" sz="1500" b="1" i="0" baseline="0" dirty="0" err="1"/>
            <a:t>AppTable</a:t>
          </a:r>
          <a:r>
            <a:rPr lang="en-US" sz="1500" b="1" i="0" baseline="0" dirty="0"/>
            <a:t>, </a:t>
          </a:r>
          <a:r>
            <a:rPr lang="en-US" sz="1500" b="1" i="0" baseline="0" dirty="0" err="1"/>
            <a:t>DashboardSectionHeader</a:t>
          </a:r>
          <a:r>
            <a:rPr lang="en-US" sz="1500" b="1" i="0" baseline="0" dirty="0"/>
            <a:t>)</a:t>
          </a:r>
          <a:endParaRPr lang="en-US" sz="1500" b="1" dirty="0"/>
        </a:p>
      </dgm:t>
    </dgm:pt>
    <dgm:pt modelId="{9F1E3408-9155-4DA0-B47F-423161E7BDAA}" type="parTrans" cxnId="{04B9C827-6B62-4436-BB68-34F0EFAAEA40}">
      <dgm:prSet/>
      <dgm:spPr/>
      <dgm:t>
        <a:bodyPr/>
        <a:lstStyle/>
        <a:p>
          <a:endParaRPr lang="en-US"/>
        </a:p>
      </dgm:t>
    </dgm:pt>
    <dgm:pt modelId="{29ABBBA3-AF71-4543-B49F-2049762FDE35}" type="sibTrans" cxnId="{04B9C827-6B62-4436-BB68-34F0EFAAEA40}">
      <dgm:prSet/>
      <dgm:spPr/>
      <dgm:t>
        <a:bodyPr/>
        <a:lstStyle/>
        <a:p>
          <a:endParaRPr lang="en-US"/>
        </a:p>
      </dgm:t>
    </dgm:pt>
    <dgm:pt modelId="{1D2D03B3-CB09-4940-8639-81A8B6D10A02}">
      <dgm:prSet custT="1"/>
      <dgm:spPr/>
      <dgm:t>
        <a:bodyPr/>
        <a:lstStyle/>
        <a:p>
          <a:pPr rtl="0"/>
          <a:r>
            <a:rPr lang="en-US" sz="1500" b="1" i="0" baseline="0" dirty="0"/>
            <a:t>Isolated API calls using dedicated service files</a:t>
          </a:r>
          <a:endParaRPr lang="en-US" sz="1500" b="1" dirty="0"/>
        </a:p>
      </dgm:t>
    </dgm:pt>
    <dgm:pt modelId="{EFF6946E-54CF-4C33-A17B-32BA6D3EAC7F}" type="parTrans" cxnId="{192832AF-F1E6-48D2-B2F5-7E8DD36CF3F9}">
      <dgm:prSet/>
      <dgm:spPr/>
      <dgm:t>
        <a:bodyPr/>
        <a:lstStyle/>
        <a:p>
          <a:endParaRPr lang="en-US"/>
        </a:p>
      </dgm:t>
    </dgm:pt>
    <dgm:pt modelId="{934A7B68-26A1-4537-B5F4-3B96BC85F8F9}" type="sibTrans" cxnId="{192832AF-F1E6-48D2-B2F5-7E8DD36CF3F9}">
      <dgm:prSet/>
      <dgm:spPr/>
      <dgm:t>
        <a:bodyPr/>
        <a:lstStyle/>
        <a:p>
          <a:endParaRPr lang="en-US"/>
        </a:p>
      </dgm:t>
    </dgm:pt>
    <dgm:pt modelId="{F4E41E2C-1D0F-4502-A36A-F993071A695F}">
      <dgm:prSet custT="1"/>
      <dgm:spPr/>
      <dgm:t>
        <a:bodyPr/>
        <a:lstStyle/>
        <a:p>
          <a:pPr rtl="0"/>
          <a:r>
            <a:rPr lang="en-US" sz="1500" b="1" i="0" baseline="0" dirty="0"/>
            <a:t>Separate controllers for each business logic block</a:t>
          </a:r>
          <a:endParaRPr lang="en-US" sz="1500" b="1" dirty="0"/>
        </a:p>
      </dgm:t>
    </dgm:pt>
    <dgm:pt modelId="{D8977B54-ECBB-40D7-8AAC-CC58BE81A6F4}" type="parTrans" cxnId="{62DF2796-50BC-417E-B159-9E59B0DABF5B}">
      <dgm:prSet/>
      <dgm:spPr/>
      <dgm:t>
        <a:bodyPr/>
        <a:lstStyle/>
        <a:p>
          <a:endParaRPr lang="en-US"/>
        </a:p>
      </dgm:t>
    </dgm:pt>
    <dgm:pt modelId="{ADFD6D8F-CEED-4B69-813E-99336C24B008}" type="sibTrans" cxnId="{62DF2796-50BC-417E-B159-9E59B0DABF5B}">
      <dgm:prSet/>
      <dgm:spPr/>
      <dgm:t>
        <a:bodyPr/>
        <a:lstStyle/>
        <a:p>
          <a:endParaRPr lang="en-US"/>
        </a:p>
      </dgm:t>
    </dgm:pt>
    <dgm:pt modelId="{EF471BCA-B6A9-4CD9-B4F2-BBBB3CCCD634}" type="pres">
      <dgm:prSet presAssocID="{C20CA5C4-75B2-445A-B19A-6C6D86541EA5}" presName="linear" presStyleCnt="0">
        <dgm:presLayoutVars>
          <dgm:animLvl val="lvl"/>
          <dgm:resizeHandles val="exact"/>
        </dgm:presLayoutVars>
      </dgm:prSet>
      <dgm:spPr/>
    </dgm:pt>
    <dgm:pt modelId="{797D4B4A-E069-44A2-BCDB-7A8077C4BB51}" type="pres">
      <dgm:prSet presAssocID="{AE9B898F-C993-4649-B30D-B9D93FB84591}" presName="parentText" presStyleLbl="node1" presStyleIdx="0" presStyleCnt="3" custLinFactY="-40899" custLinFactNeighborY="-100000">
        <dgm:presLayoutVars>
          <dgm:chMax val="0"/>
          <dgm:bulletEnabled val="1"/>
        </dgm:presLayoutVars>
      </dgm:prSet>
      <dgm:spPr/>
    </dgm:pt>
    <dgm:pt modelId="{57DF1DAC-EB07-4320-99B6-C13E2D4AA488}" type="pres">
      <dgm:prSet presAssocID="{29ABBBA3-AF71-4543-B49F-2049762FDE35}" presName="spacer" presStyleCnt="0"/>
      <dgm:spPr/>
    </dgm:pt>
    <dgm:pt modelId="{2DDA8B40-291F-4869-8EAB-854E65A585EA}" type="pres">
      <dgm:prSet presAssocID="{1D2D03B3-CB09-4940-8639-81A8B6D10A02}" presName="parentText" presStyleLbl="node1" presStyleIdx="1" presStyleCnt="3" custLinFactY="-3401" custLinFactNeighborY="-100000">
        <dgm:presLayoutVars>
          <dgm:chMax val="0"/>
          <dgm:bulletEnabled val="1"/>
        </dgm:presLayoutVars>
      </dgm:prSet>
      <dgm:spPr/>
    </dgm:pt>
    <dgm:pt modelId="{CE750C91-9D08-49C9-A09E-16E5845A71AE}" type="pres">
      <dgm:prSet presAssocID="{934A7B68-26A1-4537-B5F4-3B96BC85F8F9}" presName="spacer" presStyleCnt="0"/>
      <dgm:spPr/>
    </dgm:pt>
    <dgm:pt modelId="{254C6AED-1997-4BB0-B998-DA98FAD65AC2}" type="pres">
      <dgm:prSet presAssocID="{F4E41E2C-1D0F-4502-A36A-F993071A695F}" presName="parentText" presStyleLbl="node1" presStyleIdx="2" presStyleCnt="3" custLinFactY="-20925" custLinFactNeighborY="-100000">
        <dgm:presLayoutVars>
          <dgm:chMax val="0"/>
          <dgm:bulletEnabled val="1"/>
        </dgm:presLayoutVars>
      </dgm:prSet>
      <dgm:spPr/>
    </dgm:pt>
  </dgm:ptLst>
  <dgm:cxnLst>
    <dgm:cxn modelId="{C5EE7A14-E644-4173-AB75-52AFB390096A}" type="presOf" srcId="{C20CA5C4-75B2-445A-B19A-6C6D86541EA5}" destId="{EF471BCA-B6A9-4CD9-B4F2-BBBB3CCCD634}" srcOrd="0" destOrd="0" presId="urn:microsoft.com/office/officeart/2005/8/layout/vList2#1"/>
    <dgm:cxn modelId="{04B9C827-6B62-4436-BB68-34F0EFAAEA40}" srcId="{C20CA5C4-75B2-445A-B19A-6C6D86541EA5}" destId="{AE9B898F-C993-4649-B30D-B9D93FB84591}" srcOrd="0" destOrd="0" parTransId="{9F1E3408-9155-4DA0-B47F-423161E7BDAA}" sibTransId="{29ABBBA3-AF71-4543-B49F-2049762FDE35}"/>
    <dgm:cxn modelId="{AE83198F-871D-4785-9E74-ABBC21DE79A8}" type="presOf" srcId="{AE9B898F-C993-4649-B30D-B9D93FB84591}" destId="{797D4B4A-E069-44A2-BCDB-7A8077C4BB51}" srcOrd="0" destOrd="0" presId="urn:microsoft.com/office/officeart/2005/8/layout/vList2#1"/>
    <dgm:cxn modelId="{62DF2796-50BC-417E-B159-9E59B0DABF5B}" srcId="{C20CA5C4-75B2-445A-B19A-6C6D86541EA5}" destId="{F4E41E2C-1D0F-4502-A36A-F993071A695F}" srcOrd="2" destOrd="0" parTransId="{D8977B54-ECBB-40D7-8AAC-CC58BE81A6F4}" sibTransId="{ADFD6D8F-CEED-4B69-813E-99336C24B008}"/>
    <dgm:cxn modelId="{192832AF-F1E6-48D2-B2F5-7E8DD36CF3F9}" srcId="{C20CA5C4-75B2-445A-B19A-6C6D86541EA5}" destId="{1D2D03B3-CB09-4940-8639-81A8B6D10A02}" srcOrd="1" destOrd="0" parTransId="{EFF6946E-54CF-4C33-A17B-32BA6D3EAC7F}" sibTransId="{934A7B68-26A1-4537-B5F4-3B96BC85F8F9}"/>
    <dgm:cxn modelId="{D997D0CA-AEEB-41C3-AD05-CC610F891E04}" type="presOf" srcId="{1D2D03B3-CB09-4940-8639-81A8B6D10A02}" destId="{2DDA8B40-291F-4869-8EAB-854E65A585EA}" srcOrd="0" destOrd="0" presId="urn:microsoft.com/office/officeart/2005/8/layout/vList2#1"/>
    <dgm:cxn modelId="{2646A0E9-E96B-4762-867B-049032E60CBA}" type="presOf" srcId="{F4E41E2C-1D0F-4502-A36A-F993071A695F}" destId="{254C6AED-1997-4BB0-B998-DA98FAD65AC2}" srcOrd="0" destOrd="0" presId="urn:microsoft.com/office/officeart/2005/8/layout/vList2#1"/>
    <dgm:cxn modelId="{5E4DC2EB-C388-4B50-8959-51E10A088F16}" type="presParOf" srcId="{EF471BCA-B6A9-4CD9-B4F2-BBBB3CCCD634}" destId="{797D4B4A-E069-44A2-BCDB-7A8077C4BB51}" srcOrd="0" destOrd="0" presId="urn:microsoft.com/office/officeart/2005/8/layout/vList2#1"/>
    <dgm:cxn modelId="{FDE394CA-0E87-419C-B24F-7F8BB05137AC}" type="presParOf" srcId="{EF471BCA-B6A9-4CD9-B4F2-BBBB3CCCD634}" destId="{57DF1DAC-EB07-4320-99B6-C13E2D4AA488}" srcOrd="1" destOrd="0" presId="urn:microsoft.com/office/officeart/2005/8/layout/vList2#1"/>
    <dgm:cxn modelId="{C15EA329-B30B-4765-A9AD-DB3FDD59E667}" type="presParOf" srcId="{EF471BCA-B6A9-4CD9-B4F2-BBBB3CCCD634}" destId="{2DDA8B40-291F-4869-8EAB-854E65A585EA}" srcOrd="2" destOrd="0" presId="urn:microsoft.com/office/officeart/2005/8/layout/vList2#1"/>
    <dgm:cxn modelId="{3EF43E8B-3721-4B44-801F-8499AE7B4786}" type="presParOf" srcId="{EF471BCA-B6A9-4CD9-B4F2-BBBB3CCCD634}" destId="{CE750C91-9D08-49C9-A09E-16E5845A71AE}" srcOrd="3" destOrd="0" presId="urn:microsoft.com/office/officeart/2005/8/layout/vList2#1"/>
    <dgm:cxn modelId="{3269A674-7A58-40A9-B145-CE73C9CE47BE}" type="presParOf" srcId="{EF471BCA-B6A9-4CD9-B4F2-BBBB3CCCD634}" destId="{254C6AED-1997-4BB0-B998-DA98FAD65AC2}" srcOrd="4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5C9DCB7-D04F-45C9-8018-4AAAEF6658EF}" type="doc">
      <dgm:prSet loTypeId="urn:microsoft.com/office/officeart/2005/8/layout/default#3" loCatId="list" qsTypeId="urn:microsoft.com/office/officeart/2005/8/quickstyle/simple1#6" qsCatId="simple" csTypeId="urn:microsoft.com/office/officeart/2005/8/colors/colorful4#2" csCatId="colorful" phldr="1"/>
      <dgm:spPr/>
      <dgm:t>
        <a:bodyPr/>
        <a:lstStyle/>
        <a:p>
          <a:endParaRPr lang="en-US"/>
        </a:p>
      </dgm:t>
    </dgm:pt>
    <dgm:pt modelId="{0404AD10-521A-4C78-B618-8047D85F0078}">
      <dgm:prSet custT="1"/>
      <dgm:spPr/>
      <dgm:t>
        <a:bodyPr/>
        <a:lstStyle/>
        <a:p>
          <a:pPr rtl="0"/>
          <a:r>
            <a:rPr lang="en-US" sz="1800" dirty="0"/>
            <a:t>Material UI (MUI)</a:t>
          </a:r>
        </a:p>
      </dgm:t>
    </dgm:pt>
    <dgm:pt modelId="{C59EC026-3464-443D-A5F9-F1400E942A9A}" type="parTrans" cxnId="{90643293-6AD1-444D-A5F4-F2A711B5EAAF}">
      <dgm:prSet/>
      <dgm:spPr/>
      <dgm:t>
        <a:bodyPr/>
        <a:lstStyle/>
        <a:p>
          <a:endParaRPr lang="en-US"/>
        </a:p>
      </dgm:t>
    </dgm:pt>
    <dgm:pt modelId="{DC0A6389-DD61-4CB0-AB91-932C7D9D97F6}" type="sibTrans" cxnId="{90643293-6AD1-444D-A5F4-F2A711B5EAAF}">
      <dgm:prSet/>
      <dgm:spPr/>
      <dgm:t>
        <a:bodyPr/>
        <a:lstStyle/>
        <a:p>
          <a:endParaRPr lang="en-US"/>
        </a:p>
      </dgm:t>
    </dgm:pt>
    <dgm:pt modelId="{B9676F46-BF05-4DD4-994D-81E2611F9B49}">
      <dgm:prSet custT="1"/>
      <dgm:spPr/>
      <dgm:t>
        <a:bodyPr/>
        <a:lstStyle/>
        <a:p>
          <a:pPr rtl="0"/>
          <a:r>
            <a:rPr lang="en-US" sz="1800" dirty="0"/>
            <a:t>Tailwind CSS</a:t>
          </a:r>
        </a:p>
      </dgm:t>
    </dgm:pt>
    <dgm:pt modelId="{6640E1E9-22DE-4E71-B02C-1B08CAFA6A86}" type="parTrans" cxnId="{247EEB07-B60A-4A64-9407-A1B754AB8FCE}">
      <dgm:prSet/>
      <dgm:spPr/>
      <dgm:t>
        <a:bodyPr/>
        <a:lstStyle/>
        <a:p>
          <a:endParaRPr lang="en-US"/>
        </a:p>
      </dgm:t>
    </dgm:pt>
    <dgm:pt modelId="{B362E515-642A-433F-BC7D-E5D83C81A029}" type="sibTrans" cxnId="{247EEB07-B60A-4A64-9407-A1B754AB8FCE}">
      <dgm:prSet/>
      <dgm:spPr/>
      <dgm:t>
        <a:bodyPr/>
        <a:lstStyle/>
        <a:p>
          <a:endParaRPr lang="en-US"/>
        </a:p>
      </dgm:t>
    </dgm:pt>
    <dgm:pt modelId="{36E16ACF-6BD4-41A3-ABE9-5B08C31743D6}">
      <dgm:prSet custT="1"/>
      <dgm:spPr/>
      <dgm:t>
        <a:bodyPr/>
        <a:lstStyle/>
        <a:p>
          <a:pPr rtl="0"/>
          <a:r>
            <a:rPr lang="en-US" sz="1800" dirty="0"/>
            <a:t>Axios</a:t>
          </a:r>
        </a:p>
      </dgm:t>
    </dgm:pt>
    <dgm:pt modelId="{7D25AB05-C8C0-4C03-AE94-F6B42C58D27B}" type="parTrans" cxnId="{E792DF27-ACC9-4CE4-A74E-6799C06E97FF}">
      <dgm:prSet/>
      <dgm:spPr/>
      <dgm:t>
        <a:bodyPr/>
        <a:lstStyle/>
        <a:p>
          <a:endParaRPr lang="en-US"/>
        </a:p>
      </dgm:t>
    </dgm:pt>
    <dgm:pt modelId="{BAE1660B-B826-4769-B5ED-BF7FB762E6D8}" type="sibTrans" cxnId="{E792DF27-ACC9-4CE4-A74E-6799C06E97FF}">
      <dgm:prSet/>
      <dgm:spPr/>
      <dgm:t>
        <a:bodyPr/>
        <a:lstStyle/>
        <a:p>
          <a:endParaRPr lang="en-US"/>
        </a:p>
      </dgm:t>
    </dgm:pt>
    <dgm:pt modelId="{1A6534F5-16C2-4B93-A354-6038FD2D5C3B}">
      <dgm:prSet custT="1"/>
      <dgm:spPr/>
      <dgm:t>
        <a:bodyPr/>
        <a:lstStyle/>
        <a:p>
          <a:pPr rtl="0"/>
          <a:r>
            <a:rPr lang="en-US" sz="1800" dirty="0"/>
            <a:t>Chart.js</a:t>
          </a:r>
        </a:p>
      </dgm:t>
    </dgm:pt>
    <dgm:pt modelId="{10F7B010-635F-44EC-A455-8CEE99067C31}" type="parTrans" cxnId="{432B0F9C-1A36-497B-A768-10B44AA1F0BB}">
      <dgm:prSet/>
      <dgm:spPr/>
      <dgm:t>
        <a:bodyPr/>
        <a:lstStyle/>
        <a:p>
          <a:endParaRPr lang="en-US"/>
        </a:p>
      </dgm:t>
    </dgm:pt>
    <dgm:pt modelId="{9A26A4D3-B85C-4C24-A4ED-5D32C88EC996}" type="sibTrans" cxnId="{432B0F9C-1A36-497B-A768-10B44AA1F0BB}">
      <dgm:prSet/>
      <dgm:spPr/>
      <dgm:t>
        <a:bodyPr/>
        <a:lstStyle/>
        <a:p>
          <a:endParaRPr lang="en-US"/>
        </a:p>
      </dgm:t>
    </dgm:pt>
    <dgm:pt modelId="{85D01226-9BD1-43A5-801F-C5DD425129D5}">
      <dgm:prSet custT="1"/>
      <dgm:spPr/>
      <dgm:t>
        <a:bodyPr/>
        <a:lstStyle/>
        <a:p>
          <a:pPr rtl="0"/>
          <a:r>
            <a:rPr lang="en-US" sz="1800" dirty="0"/>
            <a:t>xlsx </a:t>
          </a:r>
        </a:p>
      </dgm:t>
    </dgm:pt>
    <dgm:pt modelId="{9A89D92B-077C-4CD2-84B0-155E17DE79B7}" type="parTrans" cxnId="{06A46DB6-4EB1-45A2-AC99-FF14180ED0FC}">
      <dgm:prSet/>
      <dgm:spPr/>
      <dgm:t>
        <a:bodyPr/>
        <a:lstStyle/>
        <a:p>
          <a:endParaRPr lang="en-US"/>
        </a:p>
      </dgm:t>
    </dgm:pt>
    <dgm:pt modelId="{D22F4E43-94E4-4016-AAC3-5E8B429341CC}" type="sibTrans" cxnId="{06A46DB6-4EB1-45A2-AC99-FF14180ED0FC}">
      <dgm:prSet/>
      <dgm:spPr/>
      <dgm:t>
        <a:bodyPr/>
        <a:lstStyle/>
        <a:p>
          <a:endParaRPr lang="en-US"/>
        </a:p>
      </dgm:t>
    </dgm:pt>
    <dgm:pt modelId="{0F369202-C18E-415D-98F4-6DC422CCD038}">
      <dgm:prSet custT="1"/>
      <dgm:spPr/>
      <dgm:t>
        <a:bodyPr/>
        <a:lstStyle/>
        <a:p>
          <a:pPr rtl="0"/>
          <a:r>
            <a:rPr lang="en-US" sz="1800" dirty="0"/>
            <a:t>MongoDB </a:t>
          </a:r>
        </a:p>
      </dgm:t>
    </dgm:pt>
    <dgm:pt modelId="{03D69B08-F2A3-4423-9EFF-01C135575175}" type="parTrans" cxnId="{94A11313-E989-4A46-BCCC-1A5B3C2D4871}">
      <dgm:prSet/>
      <dgm:spPr/>
      <dgm:t>
        <a:bodyPr/>
        <a:lstStyle/>
        <a:p>
          <a:endParaRPr lang="en-US"/>
        </a:p>
      </dgm:t>
    </dgm:pt>
    <dgm:pt modelId="{95283124-070B-4963-BEFB-A543811C1D91}" type="sibTrans" cxnId="{94A11313-E989-4A46-BCCC-1A5B3C2D4871}">
      <dgm:prSet/>
      <dgm:spPr/>
      <dgm:t>
        <a:bodyPr/>
        <a:lstStyle/>
        <a:p>
          <a:endParaRPr lang="en-US"/>
        </a:p>
      </dgm:t>
    </dgm:pt>
    <dgm:pt modelId="{D312B1EF-42B4-47DF-BC64-8B59DA7A0991}">
      <dgm:prSet custT="1"/>
      <dgm:spPr/>
      <dgm:t>
        <a:bodyPr/>
        <a:lstStyle/>
        <a:p>
          <a:pPr rtl="0"/>
          <a:r>
            <a:rPr lang="en-US" sz="1800" dirty="0"/>
            <a:t>OpenRouter AI</a:t>
          </a:r>
        </a:p>
      </dgm:t>
    </dgm:pt>
    <dgm:pt modelId="{2B665295-3184-4F2B-A746-CA90D9AC3C81}" type="parTrans" cxnId="{75B8BAD7-56C6-4E6B-B4E6-B0A78F48A40D}">
      <dgm:prSet/>
      <dgm:spPr/>
      <dgm:t>
        <a:bodyPr/>
        <a:lstStyle/>
        <a:p>
          <a:endParaRPr lang="en-US"/>
        </a:p>
      </dgm:t>
    </dgm:pt>
    <dgm:pt modelId="{E937BE3A-EFE3-4D2E-9D0B-D9DE68EE98B0}" type="sibTrans" cxnId="{75B8BAD7-56C6-4E6B-B4E6-B0A78F48A40D}">
      <dgm:prSet/>
      <dgm:spPr/>
      <dgm:t>
        <a:bodyPr/>
        <a:lstStyle/>
        <a:p>
          <a:endParaRPr lang="en-US"/>
        </a:p>
      </dgm:t>
    </dgm:pt>
    <dgm:pt modelId="{596A141A-9D80-4A91-AE2B-969B881113D4}">
      <dgm:prSet custT="1"/>
      <dgm:spPr/>
      <dgm:t>
        <a:bodyPr/>
        <a:lstStyle/>
        <a:p>
          <a:pPr rtl="0"/>
          <a:r>
            <a:rPr lang="en-US" sz="1800"/>
            <a:t>Google Drive</a:t>
          </a:r>
        </a:p>
      </dgm:t>
    </dgm:pt>
    <dgm:pt modelId="{AC2DC7FF-51E1-4F43-9854-85835BA0EA61}" type="parTrans" cxnId="{B4F95291-9E06-4B99-8B8F-45D172396FE5}">
      <dgm:prSet/>
      <dgm:spPr/>
      <dgm:t>
        <a:bodyPr/>
        <a:lstStyle/>
        <a:p>
          <a:endParaRPr lang="en-US"/>
        </a:p>
      </dgm:t>
    </dgm:pt>
    <dgm:pt modelId="{D6023210-7729-4FC8-9D3C-4B67F164C4B0}" type="sibTrans" cxnId="{B4F95291-9E06-4B99-8B8F-45D172396FE5}">
      <dgm:prSet/>
      <dgm:spPr/>
      <dgm:t>
        <a:bodyPr/>
        <a:lstStyle/>
        <a:p>
          <a:endParaRPr lang="en-US"/>
        </a:p>
      </dgm:t>
    </dgm:pt>
    <dgm:pt modelId="{C8DEEEC9-C7BF-48B9-8864-4F55B6147D4C}">
      <dgm:prSet custT="1"/>
      <dgm:spPr/>
      <dgm:t>
        <a:bodyPr/>
        <a:lstStyle/>
        <a:p>
          <a:pPr rtl="0"/>
          <a:r>
            <a:rPr lang="en-US" sz="1800"/>
            <a:t>GitHub</a:t>
          </a:r>
        </a:p>
      </dgm:t>
    </dgm:pt>
    <dgm:pt modelId="{2651A690-8335-45BB-BF89-A467210A2A68}" type="parTrans" cxnId="{15DE5981-ECEE-44E7-B21D-7348ABCAAAAF}">
      <dgm:prSet/>
      <dgm:spPr/>
      <dgm:t>
        <a:bodyPr/>
        <a:lstStyle/>
        <a:p>
          <a:endParaRPr lang="en-US"/>
        </a:p>
      </dgm:t>
    </dgm:pt>
    <dgm:pt modelId="{D9FF0ECF-F98E-43A3-8726-DACB0330D144}" type="sibTrans" cxnId="{15DE5981-ECEE-44E7-B21D-7348ABCAAAAF}">
      <dgm:prSet/>
      <dgm:spPr/>
      <dgm:t>
        <a:bodyPr/>
        <a:lstStyle/>
        <a:p>
          <a:endParaRPr lang="en-US"/>
        </a:p>
      </dgm:t>
    </dgm:pt>
    <dgm:pt modelId="{03DABB17-EB78-4966-9D8A-3590F0922903}">
      <dgm:prSet custT="1"/>
      <dgm:spPr/>
      <dgm:t>
        <a:bodyPr/>
        <a:lstStyle/>
        <a:p>
          <a:pPr rtl="0"/>
          <a:r>
            <a:rPr lang="en-US" sz="1800"/>
            <a:t>Node.js / Express.js</a:t>
          </a:r>
        </a:p>
      </dgm:t>
    </dgm:pt>
    <dgm:pt modelId="{E60D61EA-F556-45F3-97F7-374D3CEA2D91}" type="parTrans" cxnId="{A22AF2DF-B11C-4F3C-88EE-39A0A7CA1E1F}">
      <dgm:prSet/>
      <dgm:spPr/>
      <dgm:t>
        <a:bodyPr/>
        <a:lstStyle/>
        <a:p>
          <a:endParaRPr lang="en-US"/>
        </a:p>
      </dgm:t>
    </dgm:pt>
    <dgm:pt modelId="{006DDC42-E437-4B63-94FC-E11E7118B9D9}" type="sibTrans" cxnId="{A22AF2DF-B11C-4F3C-88EE-39A0A7CA1E1F}">
      <dgm:prSet/>
      <dgm:spPr/>
      <dgm:t>
        <a:bodyPr/>
        <a:lstStyle/>
        <a:p>
          <a:endParaRPr lang="en-US"/>
        </a:p>
      </dgm:t>
    </dgm:pt>
    <dgm:pt modelId="{EC91A565-42FF-4C81-978C-482A7FAAFD96}" type="pres">
      <dgm:prSet presAssocID="{75C9DCB7-D04F-45C9-8018-4AAAEF6658EF}" presName="diagram" presStyleCnt="0">
        <dgm:presLayoutVars>
          <dgm:dir/>
          <dgm:resizeHandles val="exact"/>
        </dgm:presLayoutVars>
      </dgm:prSet>
      <dgm:spPr/>
    </dgm:pt>
    <dgm:pt modelId="{04294E64-CD91-49B6-BA40-DA428B78C6E1}" type="pres">
      <dgm:prSet presAssocID="{0404AD10-521A-4C78-B618-8047D85F0078}" presName="node" presStyleLbl="node1" presStyleIdx="0" presStyleCnt="10">
        <dgm:presLayoutVars>
          <dgm:bulletEnabled val="1"/>
        </dgm:presLayoutVars>
      </dgm:prSet>
      <dgm:spPr/>
    </dgm:pt>
    <dgm:pt modelId="{C4677E41-304C-4EA0-B0FC-105D95F79DBE}" type="pres">
      <dgm:prSet presAssocID="{DC0A6389-DD61-4CB0-AB91-932C7D9D97F6}" presName="sibTrans" presStyleCnt="0"/>
      <dgm:spPr/>
    </dgm:pt>
    <dgm:pt modelId="{0D218A2F-AEBF-4E55-B833-0340AA61BC60}" type="pres">
      <dgm:prSet presAssocID="{B9676F46-BF05-4DD4-994D-81E2611F9B49}" presName="node" presStyleLbl="node1" presStyleIdx="1" presStyleCnt="10">
        <dgm:presLayoutVars>
          <dgm:bulletEnabled val="1"/>
        </dgm:presLayoutVars>
      </dgm:prSet>
      <dgm:spPr/>
    </dgm:pt>
    <dgm:pt modelId="{9C151CB7-7036-4455-8CE1-1BF648EE258D}" type="pres">
      <dgm:prSet presAssocID="{B362E515-642A-433F-BC7D-E5D83C81A029}" presName="sibTrans" presStyleCnt="0"/>
      <dgm:spPr/>
    </dgm:pt>
    <dgm:pt modelId="{43C0C0F3-C435-440F-85F9-EFA23065A4F7}" type="pres">
      <dgm:prSet presAssocID="{36E16ACF-6BD4-41A3-ABE9-5B08C31743D6}" presName="node" presStyleLbl="node1" presStyleIdx="2" presStyleCnt="10">
        <dgm:presLayoutVars>
          <dgm:bulletEnabled val="1"/>
        </dgm:presLayoutVars>
      </dgm:prSet>
      <dgm:spPr/>
    </dgm:pt>
    <dgm:pt modelId="{E8ADFD29-7FB1-4194-B7A2-8E127F0F734C}" type="pres">
      <dgm:prSet presAssocID="{BAE1660B-B826-4769-B5ED-BF7FB762E6D8}" presName="sibTrans" presStyleCnt="0"/>
      <dgm:spPr/>
    </dgm:pt>
    <dgm:pt modelId="{15FFA00F-B16E-4AFA-BFD0-458777164BD6}" type="pres">
      <dgm:prSet presAssocID="{1A6534F5-16C2-4B93-A354-6038FD2D5C3B}" presName="node" presStyleLbl="node1" presStyleIdx="3" presStyleCnt="10">
        <dgm:presLayoutVars>
          <dgm:bulletEnabled val="1"/>
        </dgm:presLayoutVars>
      </dgm:prSet>
      <dgm:spPr/>
    </dgm:pt>
    <dgm:pt modelId="{95FE1F51-778E-4F1D-BA12-EC043F88B913}" type="pres">
      <dgm:prSet presAssocID="{9A26A4D3-B85C-4C24-A4ED-5D32C88EC996}" presName="sibTrans" presStyleCnt="0"/>
      <dgm:spPr/>
    </dgm:pt>
    <dgm:pt modelId="{23B73BF3-89E0-400C-8555-0031134F6BE9}" type="pres">
      <dgm:prSet presAssocID="{85D01226-9BD1-43A5-801F-C5DD425129D5}" presName="node" presStyleLbl="node1" presStyleIdx="4" presStyleCnt="10">
        <dgm:presLayoutVars>
          <dgm:bulletEnabled val="1"/>
        </dgm:presLayoutVars>
      </dgm:prSet>
      <dgm:spPr/>
    </dgm:pt>
    <dgm:pt modelId="{412F1C53-6364-44DD-9DC9-35533605A68A}" type="pres">
      <dgm:prSet presAssocID="{D22F4E43-94E4-4016-AAC3-5E8B429341CC}" presName="sibTrans" presStyleCnt="0"/>
      <dgm:spPr/>
    </dgm:pt>
    <dgm:pt modelId="{CB4788B7-481B-434F-926A-4744CA7435B4}" type="pres">
      <dgm:prSet presAssocID="{0F369202-C18E-415D-98F4-6DC422CCD038}" presName="node" presStyleLbl="node1" presStyleIdx="5" presStyleCnt="10">
        <dgm:presLayoutVars>
          <dgm:bulletEnabled val="1"/>
        </dgm:presLayoutVars>
      </dgm:prSet>
      <dgm:spPr/>
    </dgm:pt>
    <dgm:pt modelId="{E3222C17-510A-4E87-AE2C-DA46AEDFAF09}" type="pres">
      <dgm:prSet presAssocID="{95283124-070B-4963-BEFB-A543811C1D91}" presName="sibTrans" presStyleCnt="0"/>
      <dgm:spPr/>
    </dgm:pt>
    <dgm:pt modelId="{A60CBD13-43D0-4F53-8A6F-6BD2F6D303FB}" type="pres">
      <dgm:prSet presAssocID="{D312B1EF-42B4-47DF-BC64-8B59DA7A0991}" presName="node" presStyleLbl="node1" presStyleIdx="6" presStyleCnt="10">
        <dgm:presLayoutVars>
          <dgm:bulletEnabled val="1"/>
        </dgm:presLayoutVars>
      </dgm:prSet>
      <dgm:spPr/>
    </dgm:pt>
    <dgm:pt modelId="{5F29EDBF-C91D-429E-8CFA-2F67305D0389}" type="pres">
      <dgm:prSet presAssocID="{E937BE3A-EFE3-4D2E-9D0B-D9DE68EE98B0}" presName="sibTrans" presStyleCnt="0"/>
      <dgm:spPr/>
    </dgm:pt>
    <dgm:pt modelId="{A8F1CFC9-3E16-4FD8-9FAC-440A6FE201AC}" type="pres">
      <dgm:prSet presAssocID="{596A141A-9D80-4A91-AE2B-969B881113D4}" presName="node" presStyleLbl="node1" presStyleIdx="7" presStyleCnt="10">
        <dgm:presLayoutVars>
          <dgm:bulletEnabled val="1"/>
        </dgm:presLayoutVars>
      </dgm:prSet>
      <dgm:spPr/>
    </dgm:pt>
    <dgm:pt modelId="{222041CC-B1BA-4976-BCE7-6690E0B2D4DD}" type="pres">
      <dgm:prSet presAssocID="{D6023210-7729-4FC8-9D3C-4B67F164C4B0}" presName="sibTrans" presStyleCnt="0"/>
      <dgm:spPr/>
    </dgm:pt>
    <dgm:pt modelId="{8098AA54-CECC-493A-AF0C-6863EF93C9C1}" type="pres">
      <dgm:prSet presAssocID="{C8DEEEC9-C7BF-48B9-8864-4F55B6147D4C}" presName="node" presStyleLbl="node1" presStyleIdx="8" presStyleCnt="10">
        <dgm:presLayoutVars>
          <dgm:bulletEnabled val="1"/>
        </dgm:presLayoutVars>
      </dgm:prSet>
      <dgm:spPr/>
    </dgm:pt>
    <dgm:pt modelId="{6ED184C3-D006-4C61-8627-B7D6896884F5}" type="pres">
      <dgm:prSet presAssocID="{D9FF0ECF-F98E-43A3-8726-DACB0330D144}" presName="sibTrans" presStyleCnt="0"/>
      <dgm:spPr/>
    </dgm:pt>
    <dgm:pt modelId="{B44718B6-543A-4523-9728-D93F7423EDBD}" type="pres">
      <dgm:prSet presAssocID="{03DABB17-EB78-4966-9D8A-3590F092290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8E8D03-582F-4343-9D6F-35B7DD87E7D8}" type="presOf" srcId="{B9676F46-BF05-4DD4-994D-81E2611F9B49}" destId="{0D218A2F-AEBF-4E55-B833-0340AA61BC60}" srcOrd="0" destOrd="0" presId="urn:microsoft.com/office/officeart/2005/8/layout/default#3"/>
    <dgm:cxn modelId="{247EEB07-B60A-4A64-9407-A1B754AB8FCE}" srcId="{75C9DCB7-D04F-45C9-8018-4AAAEF6658EF}" destId="{B9676F46-BF05-4DD4-994D-81E2611F9B49}" srcOrd="1" destOrd="0" parTransId="{6640E1E9-22DE-4E71-B02C-1B08CAFA6A86}" sibTransId="{B362E515-642A-433F-BC7D-E5D83C81A029}"/>
    <dgm:cxn modelId="{7A80440F-0536-415F-A66C-554FC567F70F}" type="presOf" srcId="{C8DEEEC9-C7BF-48B9-8864-4F55B6147D4C}" destId="{8098AA54-CECC-493A-AF0C-6863EF93C9C1}" srcOrd="0" destOrd="0" presId="urn:microsoft.com/office/officeart/2005/8/layout/default#3"/>
    <dgm:cxn modelId="{94A11313-E989-4A46-BCCC-1A5B3C2D4871}" srcId="{75C9DCB7-D04F-45C9-8018-4AAAEF6658EF}" destId="{0F369202-C18E-415D-98F4-6DC422CCD038}" srcOrd="5" destOrd="0" parTransId="{03D69B08-F2A3-4423-9EFF-01C135575175}" sibTransId="{95283124-070B-4963-BEFB-A543811C1D91}"/>
    <dgm:cxn modelId="{DE53BC1A-79FF-4AB6-982A-7FBEB25FF1FA}" type="presOf" srcId="{03DABB17-EB78-4966-9D8A-3590F0922903}" destId="{B44718B6-543A-4523-9728-D93F7423EDBD}" srcOrd="0" destOrd="0" presId="urn:microsoft.com/office/officeart/2005/8/layout/default#3"/>
    <dgm:cxn modelId="{E792DF27-ACC9-4CE4-A74E-6799C06E97FF}" srcId="{75C9DCB7-D04F-45C9-8018-4AAAEF6658EF}" destId="{36E16ACF-6BD4-41A3-ABE9-5B08C31743D6}" srcOrd="2" destOrd="0" parTransId="{7D25AB05-C8C0-4C03-AE94-F6B42C58D27B}" sibTransId="{BAE1660B-B826-4769-B5ED-BF7FB762E6D8}"/>
    <dgm:cxn modelId="{63B7B362-F7F0-4F63-AFDE-08ADF8E80D95}" type="presOf" srcId="{75C9DCB7-D04F-45C9-8018-4AAAEF6658EF}" destId="{EC91A565-42FF-4C81-978C-482A7FAAFD96}" srcOrd="0" destOrd="0" presId="urn:microsoft.com/office/officeart/2005/8/layout/default#3"/>
    <dgm:cxn modelId="{6FA10948-D573-4563-9508-1EA6CF520723}" type="presOf" srcId="{1A6534F5-16C2-4B93-A354-6038FD2D5C3B}" destId="{15FFA00F-B16E-4AFA-BFD0-458777164BD6}" srcOrd="0" destOrd="0" presId="urn:microsoft.com/office/officeart/2005/8/layout/default#3"/>
    <dgm:cxn modelId="{AAAB7D6D-C2F3-442C-B192-FE673FDFCFDC}" type="presOf" srcId="{596A141A-9D80-4A91-AE2B-969B881113D4}" destId="{A8F1CFC9-3E16-4FD8-9FAC-440A6FE201AC}" srcOrd="0" destOrd="0" presId="urn:microsoft.com/office/officeart/2005/8/layout/default#3"/>
    <dgm:cxn modelId="{2AED2750-4D9C-4B9E-A3B2-11FCD1147913}" type="presOf" srcId="{D312B1EF-42B4-47DF-BC64-8B59DA7A0991}" destId="{A60CBD13-43D0-4F53-8A6F-6BD2F6D303FB}" srcOrd="0" destOrd="0" presId="urn:microsoft.com/office/officeart/2005/8/layout/default#3"/>
    <dgm:cxn modelId="{15DE5981-ECEE-44E7-B21D-7348ABCAAAAF}" srcId="{75C9DCB7-D04F-45C9-8018-4AAAEF6658EF}" destId="{C8DEEEC9-C7BF-48B9-8864-4F55B6147D4C}" srcOrd="8" destOrd="0" parTransId="{2651A690-8335-45BB-BF89-A467210A2A68}" sibTransId="{D9FF0ECF-F98E-43A3-8726-DACB0330D144}"/>
    <dgm:cxn modelId="{37D90B83-9EC4-4370-B67C-6988AE654CCE}" type="presOf" srcId="{0404AD10-521A-4C78-B618-8047D85F0078}" destId="{04294E64-CD91-49B6-BA40-DA428B78C6E1}" srcOrd="0" destOrd="0" presId="urn:microsoft.com/office/officeart/2005/8/layout/default#3"/>
    <dgm:cxn modelId="{B4F95291-9E06-4B99-8B8F-45D172396FE5}" srcId="{75C9DCB7-D04F-45C9-8018-4AAAEF6658EF}" destId="{596A141A-9D80-4A91-AE2B-969B881113D4}" srcOrd="7" destOrd="0" parTransId="{AC2DC7FF-51E1-4F43-9854-85835BA0EA61}" sibTransId="{D6023210-7729-4FC8-9D3C-4B67F164C4B0}"/>
    <dgm:cxn modelId="{90643293-6AD1-444D-A5F4-F2A711B5EAAF}" srcId="{75C9DCB7-D04F-45C9-8018-4AAAEF6658EF}" destId="{0404AD10-521A-4C78-B618-8047D85F0078}" srcOrd="0" destOrd="0" parTransId="{C59EC026-3464-443D-A5F9-F1400E942A9A}" sibTransId="{DC0A6389-DD61-4CB0-AB91-932C7D9D97F6}"/>
    <dgm:cxn modelId="{66475298-F619-4D73-94E2-3126BED867AC}" type="presOf" srcId="{36E16ACF-6BD4-41A3-ABE9-5B08C31743D6}" destId="{43C0C0F3-C435-440F-85F9-EFA23065A4F7}" srcOrd="0" destOrd="0" presId="urn:microsoft.com/office/officeart/2005/8/layout/default#3"/>
    <dgm:cxn modelId="{432B0F9C-1A36-497B-A768-10B44AA1F0BB}" srcId="{75C9DCB7-D04F-45C9-8018-4AAAEF6658EF}" destId="{1A6534F5-16C2-4B93-A354-6038FD2D5C3B}" srcOrd="3" destOrd="0" parTransId="{10F7B010-635F-44EC-A455-8CEE99067C31}" sibTransId="{9A26A4D3-B85C-4C24-A4ED-5D32C88EC996}"/>
    <dgm:cxn modelId="{06A46DB6-4EB1-45A2-AC99-FF14180ED0FC}" srcId="{75C9DCB7-D04F-45C9-8018-4AAAEF6658EF}" destId="{85D01226-9BD1-43A5-801F-C5DD425129D5}" srcOrd="4" destOrd="0" parTransId="{9A89D92B-077C-4CD2-84B0-155E17DE79B7}" sibTransId="{D22F4E43-94E4-4016-AAC3-5E8B429341CC}"/>
    <dgm:cxn modelId="{75B8BAD7-56C6-4E6B-B4E6-B0A78F48A40D}" srcId="{75C9DCB7-D04F-45C9-8018-4AAAEF6658EF}" destId="{D312B1EF-42B4-47DF-BC64-8B59DA7A0991}" srcOrd="6" destOrd="0" parTransId="{2B665295-3184-4F2B-A746-CA90D9AC3C81}" sibTransId="{E937BE3A-EFE3-4D2E-9D0B-D9DE68EE98B0}"/>
    <dgm:cxn modelId="{A22AF2DF-B11C-4F3C-88EE-39A0A7CA1E1F}" srcId="{75C9DCB7-D04F-45C9-8018-4AAAEF6658EF}" destId="{03DABB17-EB78-4966-9D8A-3590F0922903}" srcOrd="9" destOrd="0" parTransId="{E60D61EA-F556-45F3-97F7-374D3CEA2D91}" sibTransId="{006DDC42-E437-4B63-94FC-E11E7118B9D9}"/>
    <dgm:cxn modelId="{21E6D4E0-D415-416B-AC17-8FBA6302A19D}" type="presOf" srcId="{85D01226-9BD1-43A5-801F-C5DD425129D5}" destId="{23B73BF3-89E0-400C-8555-0031134F6BE9}" srcOrd="0" destOrd="0" presId="urn:microsoft.com/office/officeart/2005/8/layout/default#3"/>
    <dgm:cxn modelId="{3EE961F8-0089-4410-84B0-D170673EC7F8}" type="presOf" srcId="{0F369202-C18E-415D-98F4-6DC422CCD038}" destId="{CB4788B7-481B-434F-926A-4744CA7435B4}" srcOrd="0" destOrd="0" presId="urn:microsoft.com/office/officeart/2005/8/layout/default#3"/>
    <dgm:cxn modelId="{2963D240-1C07-473B-880A-DAE51E30684F}" type="presParOf" srcId="{EC91A565-42FF-4C81-978C-482A7FAAFD96}" destId="{04294E64-CD91-49B6-BA40-DA428B78C6E1}" srcOrd="0" destOrd="0" presId="urn:microsoft.com/office/officeart/2005/8/layout/default#3"/>
    <dgm:cxn modelId="{CF684FC4-6A1F-4E81-9F42-76C2B7925F46}" type="presParOf" srcId="{EC91A565-42FF-4C81-978C-482A7FAAFD96}" destId="{C4677E41-304C-4EA0-B0FC-105D95F79DBE}" srcOrd="1" destOrd="0" presId="urn:microsoft.com/office/officeart/2005/8/layout/default#3"/>
    <dgm:cxn modelId="{37BB0C73-5EA9-4874-BE0A-9DA0DB29DAB6}" type="presParOf" srcId="{EC91A565-42FF-4C81-978C-482A7FAAFD96}" destId="{0D218A2F-AEBF-4E55-B833-0340AA61BC60}" srcOrd="2" destOrd="0" presId="urn:microsoft.com/office/officeart/2005/8/layout/default#3"/>
    <dgm:cxn modelId="{FD074560-5C91-4AB9-91C9-AD8DF50B2A6F}" type="presParOf" srcId="{EC91A565-42FF-4C81-978C-482A7FAAFD96}" destId="{9C151CB7-7036-4455-8CE1-1BF648EE258D}" srcOrd="3" destOrd="0" presId="urn:microsoft.com/office/officeart/2005/8/layout/default#3"/>
    <dgm:cxn modelId="{51A450B6-4535-4B9E-9758-DCB2A61EFC80}" type="presParOf" srcId="{EC91A565-42FF-4C81-978C-482A7FAAFD96}" destId="{43C0C0F3-C435-440F-85F9-EFA23065A4F7}" srcOrd="4" destOrd="0" presId="urn:microsoft.com/office/officeart/2005/8/layout/default#3"/>
    <dgm:cxn modelId="{586ED9C0-35EA-4F70-AF4D-947C298DF4D4}" type="presParOf" srcId="{EC91A565-42FF-4C81-978C-482A7FAAFD96}" destId="{E8ADFD29-7FB1-4194-B7A2-8E127F0F734C}" srcOrd="5" destOrd="0" presId="urn:microsoft.com/office/officeart/2005/8/layout/default#3"/>
    <dgm:cxn modelId="{D9CB557F-09FA-4869-9742-3221D32C99EB}" type="presParOf" srcId="{EC91A565-42FF-4C81-978C-482A7FAAFD96}" destId="{15FFA00F-B16E-4AFA-BFD0-458777164BD6}" srcOrd="6" destOrd="0" presId="urn:microsoft.com/office/officeart/2005/8/layout/default#3"/>
    <dgm:cxn modelId="{72AC3143-EEA3-4CD0-962B-3355210835C8}" type="presParOf" srcId="{EC91A565-42FF-4C81-978C-482A7FAAFD96}" destId="{95FE1F51-778E-4F1D-BA12-EC043F88B913}" srcOrd="7" destOrd="0" presId="urn:microsoft.com/office/officeart/2005/8/layout/default#3"/>
    <dgm:cxn modelId="{E40D4C25-213A-4100-941F-6887D6BA24BF}" type="presParOf" srcId="{EC91A565-42FF-4C81-978C-482A7FAAFD96}" destId="{23B73BF3-89E0-400C-8555-0031134F6BE9}" srcOrd="8" destOrd="0" presId="urn:microsoft.com/office/officeart/2005/8/layout/default#3"/>
    <dgm:cxn modelId="{3E3DFBBA-939D-4134-9625-B846B7130679}" type="presParOf" srcId="{EC91A565-42FF-4C81-978C-482A7FAAFD96}" destId="{412F1C53-6364-44DD-9DC9-35533605A68A}" srcOrd="9" destOrd="0" presId="urn:microsoft.com/office/officeart/2005/8/layout/default#3"/>
    <dgm:cxn modelId="{1A891005-FE68-4D06-9E16-4C866C3BBEA0}" type="presParOf" srcId="{EC91A565-42FF-4C81-978C-482A7FAAFD96}" destId="{CB4788B7-481B-434F-926A-4744CA7435B4}" srcOrd="10" destOrd="0" presId="urn:microsoft.com/office/officeart/2005/8/layout/default#3"/>
    <dgm:cxn modelId="{95087787-D28A-445A-9CD8-99CB6F90B25D}" type="presParOf" srcId="{EC91A565-42FF-4C81-978C-482A7FAAFD96}" destId="{E3222C17-510A-4E87-AE2C-DA46AEDFAF09}" srcOrd="11" destOrd="0" presId="urn:microsoft.com/office/officeart/2005/8/layout/default#3"/>
    <dgm:cxn modelId="{2F9C6E13-78FB-4D8D-874B-9A644E9A4AE9}" type="presParOf" srcId="{EC91A565-42FF-4C81-978C-482A7FAAFD96}" destId="{A60CBD13-43D0-4F53-8A6F-6BD2F6D303FB}" srcOrd="12" destOrd="0" presId="urn:microsoft.com/office/officeart/2005/8/layout/default#3"/>
    <dgm:cxn modelId="{8B8BCF75-77C0-405F-9C4A-18B45680CEDE}" type="presParOf" srcId="{EC91A565-42FF-4C81-978C-482A7FAAFD96}" destId="{5F29EDBF-C91D-429E-8CFA-2F67305D0389}" srcOrd="13" destOrd="0" presId="urn:microsoft.com/office/officeart/2005/8/layout/default#3"/>
    <dgm:cxn modelId="{E164F6B6-69B3-4E08-821C-1CDCDE998D02}" type="presParOf" srcId="{EC91A565-42FF-4C81-978C-482A7FAAFD96}" destId="{A8F1CFC9-3E16-4FD8-9FAC-440A6FE201AC}" srcOrd="14" destOrd="0" presId="urn:microsoft.com/office/officeart/2005/8/layout/default#3"/>
    <dgm:cxn modelId="{4D1EEB21-6291-40BE-A942-8728A287087D}" type="presParOf" srcId="{EC91A565-42FF-4C81-978C-482A7FAAFD96}" destId="{222041CC-B1BA-4976-BCE7-6690E0B2D4DD}" srcOrd="15" destOrd="0" presId="urn:microsoft.com/office/officeart/2005/8/layout/default#3"/>
    <dgm:cxn modelId="{9150485B-3F30-4E60-8EE3-3EB4CB2B10D0}" type="presParOf" srcId="{EC91A565-42FF-4C81-978C-482A7FAAFD96}" destId="{8098AA54-CECC-493A-AF0C-6863EF93C9C1}" srcOrd="16" destOrd="0" presId="urn:microsoft.com/office/officeart/2005/8/layout/default#3"/>
    <dgm:cxn modelId="{4A6D8C33-DFE5-49A2-8DA8-47D50D9015F3}" type="presParOf" srcId="{EC91A565-42FF-4C81-978C-482A7FAAFD96}" destId="{6ED184C3-D006-4C61-8627-B7D6896884F5}" srcOrd="17" destOrd="0" presId="urn:microsoft.com/office/officeart/2005/8/layout/default#3"/>
    <dgm:cxn modelId="{B965B52E-EA53-41A6-B44E-25E80CCD89B8}" type="presParOf" srcId="{EC91A565-42FF-4C81-978C-482A7FAAFD96}" destId="{B44718B6-543A-4523-9728-D93F7423EDBD}" srcOrd="18" destOrd="0" presId="urn:microsoft.com/office/officeart/2005/8/layout/default#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D31D27-43E2-4B59-8C44-A30D7894A1EC}">
      <dsp:nvSpPr>
        <dsp:cNvPr id="0" name=""/>
        <dsp:cNvSpPr/>
      </dsp:nvSpPr>
      <dsp:spPr bwMode="white">
        <a:xfrm>
          <a:off x="261632" y="96417"/>
          <a:ext cx="2126605" cy="12759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Research </a:t>
          </a:r>
        </a:p>
      </dsp:txBody>
      <dsp:txXfrm>
        <a:off x="261632" y="96417"/>
        <a:ext cx="2126605" cy="1275963"/>
      </dsp:txXfrm>
    </dsp:sp>
    <dsp:sp modelId="{612BFCA1-4827-46C1-85A9-43A3AE1A4E51}">
      <dsp:nvSpPr>
        <dsp:cNvPr id="0" name=""/>
        <dsp:cNvSpPr/>
      </dsp:nvSpPr>
      <dsp:spPr bwMode="white">
        <a:xfrm>
          <a:off x="2620930" y="656"/>
          <a:ext cx="2126605" cy="12759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Document </a:t>
          </a:r>
        </a:p>
      </dsp:txBody>
      <dsp:txXfrm>
        <a:off x="2620930" y="656"/>
        <a:ext cx="2126605" cy="1275963"/>
      </dsp:txXfrm>
    </dsp:sp>
    <dsp:sp modelId="{AA98BB46-094C-470B-A853-64211A5EC37C}">
      <dsp:nvSpPr>
        <dsp:cNvPr id="0" name=""/>
        <dsp:cNvSpPr/>
      </dsp:nvSpPr>
      <dsp:spPr bwMode="white">
        <a:xfrm>
          <a:off x="281664" y="1489280"/>
          <a:ext cx="2126605" cy="12759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AnalysisSelf</a:t>
          </a:r>
          <a:r>
            <a:rPr lang="en-US" sz="2000" kern="1200" dirty="0"/>
            <a:t>-Experience (Participant Observation)</a:t>
          </a:r>
        </a:p>
      </dsp:txBody>
      <dsp:txXfrm>
        <a:off x="281664" y="1489280"/>
        <a:ext cx="2126605" cy="1275963"/>
      </dsp:txXfrm>
    </dsp:sp>
    <dsp:sp modelId="{A85B97D1-5954-4E4A-B9E0-C3F862DABE56}">
      <dsp:nvSpPr>
        <dsp:cNvPr id="0" name=""/>
        <dsp:cNvSpPr/>
      </dsp:nvSpPr>
      <dsp:spPr bwMode="white">
        <a:xfrm>
          <a:off x="2620930" y="1489280"/>
          <a:ext cx="2126605" cy="12759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Observation</a:t>
          </a:r>
        </a:p>
      </dsp:txBody>
      <dsp:txXfrm>
        <a:off x="2620930" y="1489280"/>
        <a:ext cx="2126605" cy="12759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4FA9B1-DD42-47BF-A03C-9E603FD3E686}">
      <dsp:nvSpPr>
        <dsp:cNvPr id="0" name=""/>
        <dsp:cNvSpPr/>
      </dsp:nvSpPr>
      <dsp:spPr bwMode="white">
        <a:xfrm>
          <a:off x="3303407" y="129"/>
          <a:ext cx="3716332" cy="3923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 dirty="0"/>
            <a:t>Secure </a:t>
          </a:r>
          <a:r>
            <a:rPr lang="en-US" sz="1100" b="1" i="0" kern="1200" baseline="0" dirty="0"/>
            <a:t>User Registration &amp; Authentication</a:t>
          </a:r>
          <a:r>
            <a:rPr lang="en-US" sz="1100" b="0" i="0" kern="1200" baseline="0" dirty="0"/>
            <a:t> for Students, Supervisors, Coordinators, and Admins</a:t>
          </a:r>
          <a:endParaRPr lang="en-US" sz="1100" kern="1200" dirty="0"/>
        </a:p>
      </dsp:txBody>
      <dsp:txXfrm>
        <a:off x="3322561" y="19283"/>
        <a:ext cx="3678024" cy="354068"/>
      </dsp:txXfrm>
    </dsp:sp>
    <dsp:sp modelId="{C13F16EF-3EDA-4623-B0F8-6A1D2F0D329C}">
      <dsp:nvSpPr>
        <dsp:cNvPr id="0" name=""/>
        <dsp:cNvSpPr/>
      </dsp:nvSpPr>
      <dsp:spPr bwMode="white">
        <a:xfrm>
          <a:off x="3303407" y="412124"/>
          <a:ext cx="3716332" cy="3923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Role-Based Access Control (RBAC)</a:t>
          </a:r>
          <a:r>
            <a:rPr lang="en-US" sz="1100" b="0" i="0" kern="1200" baseline="0"/>
            <a:t> for feature visibility and permissions</a:t>
          </a:r>
          <a:endParaRPr lang="en-US" sz="1100" kern="1200"/>
        </a:p>
      </dsp:txBody>
      <dsp:txXfrm>
        <a:off x="3322561" y="431278"/>
        <a:ext cx="3678024" cy="354068"/>
      </dsp:txXfrm>
    </dsp:sp>
    <dsp:sp modelId="{FF1EC32C-E950-4CAF-AA2A-DE3DF4CBEF0C}">
      <dsp:nvSpPr>
        <dsp:cNvPr id="0" name=""/>
        <dsp:cNvSpPr/>
      </dsp:nvSpPr>
      <dsp:spPr bwMode="white">
        <a:xfrm>
          <a:off x="3303407" y="824119"/>
          <a:ext cx="3716332" cy="3923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Group Formation</a:t>
          </a:r>
          <a:r>
            <a:rPr lang="en-US" sz="1100" b="0" i="0" kern="1200" baseline="0"/>
            <a:t> up to three members with leader control</a:t>
          </a:r>
          <a:endParaRPr lang="en-US" sz="1100" kern="1200"/>
        </a:p>
      </dsp:txBody>
      <dsp:txXfrm>
        <a:off x="3322561" y="843273"/>
        <a:ext cx="3678024" cy="354068"/>
      </dsp:txXfrm>
    </dsp:sp>
    <dsp:sp modelId="{20E45A6B-09E6-4DCE-8613-F23CB5BDF0B1}">
      <dsp:nvSpPr>
        <dsp:cNvPr id="0" name=""/>
        <dsp:cNvSpPr/>
      </dsp:nvSpPr>
      <dsp:spPr bwMode="white">
        <a:xfrm>
          <a:off x="3303407" y="1236114"/>
          <a:ext cx="3716332" cy="3923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Project Idea Submission &amp; Review</a:t>
          </a:r>
          <a:r>
            <a:rPr lang="en-US" sz="1100" b="0" i="0" kern="1200" baseline="0"/>
            <a:t> by supervisors</a:t>
          </a:r>
          <a:endParaRPr lang="en-US" sz="1100" kern="1200"/>
        </a:p>
      </dsp:txBody>
      <dsp:txXfrm>
        <a:off x="3322561" y="1255268"/>
        <a:ext cx="3678024" cy="354068"/>
      </dsp:txXfrm>
    </dsp:sp>
    <dsp:sp modelId="{0628D7C8-C852-419E-8F38-74BAF85037D0}">
      <dsp:nvSpPr>
        <dsp:cNvPr id="0" name=""/>
        <dsp:cNvSpPr/>
      </dsp:nvSpPr>
      <dsp:spPr bwMode="white">
        <a:xfrm>
          <a:off x="3303407" y="1648109"/>
          <a:ext cx="3716332" cy="3923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AI-Powered Project Title Rewriter</a:t>
          </a:r>
          <a:r>
            <a:rPr lang="en-US" sz="1100" b="0" i="0" kern="1200" baseline="0"/>
            <a:t> for improved project titles</a:t>
          </a:r>
          <a:endParaRPr lang="en-US" sz="1100" kern="1200"/>
        </a:p>
      </dsp:txBody>
      <dsp:txXfrm>
        <a:off x="3322561" y="1667263"/>
        <a:ext cx="3678024" cy="354068"/>
      </dsp:txXfrm>
    </dsp:sp>
    <dsp:sp modelId="{0B6E0086-886E-4F5F-ADA5-3769D262542F}">
      <dsp:nvSpPr>
        <dsp:cNvPr id="0" name=""/>
        <dsp:cNvSpPr/>
      </dsp:nvSpPr>
      <dsp:spPr bwMode="white">
        <a:xfrm>
          <a:off x="3303407" y="2060104"/>
          <a:ext cx="3716332" cy="3923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Supervisor Selection</a:t>
          </a:r>
          <a:r>
            <a:rPr lang="en-US" sz="1100" b="0" i="0" kern="1200" baseline="0"/>
            <a:t> based on expertise and availability</a:t>
          </a:r>
          <a:endParaRPr lang="en-US" sz="1100" kern="1200"/>
        </a:p>
      </dsp:txBody>
      <dsp:txXfrm>
        <a:off x="3322561" y="2079258"/>
        <a:ext cx="3678024" cy="354068"/>
      </dsp:txXfrm>
    </dsp:sp>
    <dsp:sp modelId="{BA38B819-13C0-4C65-AE71-505CFC9C9458}">
      <dsp:nvSpPr>
        <dsp:cNvPr id="0" name=""/>
        <dsp:cNvSpPr/>
      </dsp:nvSpPr>
      <dsp:spPr bwMode="white">
        <a:xfrm>
          <a:off x="3303407" y="2472099"/>
          <a:ext cx="3716332" cy="3923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Proposal Finalization &amp; Submission</a:t>
          </a:r>
          <a:r>
            <a:rPr lang="en-US" sz="1100" b="0" i="0" kern="1200" baseline="0"/>
            <a:t> using standard templates</a:t>
          </a:r>
          <a:endParaRPr lang="en-US" sz="1100" kern="1200"/>
        </a:p>
      </dsp:txBody>
      <dsp:txXfrm>
        <a:off x="3322561" y="2491253"/>
        <a:ext cx="3678024" cy="354068"/>
      </dsp:txXfrm>
    </dsp:sp>
    <dsp:sp modelId="{16CFD0DC-B66E-4489-8A75-EF80070F7D38}">
      <dsp:nvSpPr>
        <dsp:cNvPr id="0" name=""/>
        <dsp:cNvSpPr/>
      </dsp:nvSpPr>
      <dsp:spPr bwMode="white">
        <a:xfrm>
          <a:off x="3303407" y="2884093"/>
          <a:ext cx="3716332" cy="3923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Template Enforcement &amp; Auto-Download</a:t>
          </a:r>
          <a:r>
            <a:rPr lang="en-US" sz="1100" b="0" i="0" kern="1200" baseline="0" dirty="0"/>
            <a:t> for official formats</a:t>
          </a:r>
          <a:endParaRPr lang="en-US" sz="1100" kern="1200" dirty="0"/>
        </a:p>
      </dsp:txBody>
      <dsp:txXfrm>
        <a:off x="3322561" y="2903247"/>
        <a:ext cx="3678024" cy="3540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64E734-FDFE-4AE3-9E94-B5FDFA5EF8D8}">
      <dsp:nvSpPr>
        <dsp:cNvPr id="0" name=""/>
        <dsp:cNvSpPr/>
      </dsp:nvSpPr>
      <dsp:spPr bwMode="white">
        <a:xfrm>
          <a:off x="3681984" y="1185"/>
          <a:ext cx="4142232" cy="44880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Google Drive Auto Backup</a:t>
          </a:r>
          <a:r>
            <a:rPr lang="en-US" sz="1300" kern="1200"/>
            <a:t> for all submissions</a:t>
          </a:r>
        </a:p>
      </dsp:txBody>
      <dsp:txXfrm>
        <a:off x="3703893" y="23094"/>
        <a:ext cx="4098414" cy="404989"/>
      </dsp:txXfrm>
    </dsp:sp>
    <dsp:sp modelId="{C3D47CD9-DD21-411A-927D-D62A3DFFBD0E}">
      <dsp:nvSpPr>
        <dsp:cNvPr id="0" name=""/>
        <dsp:cNvSpPr/>
      </dsp:nvSpPr>
      <dsp:spPr bwMode="white">
        <a:xfrm>
          <a:off x="3681984" y="472433"/>
          <a:ext cx="4142232" cy="44880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FYP Journey Journal</a:t>
          </a:r>
          <a:r>
            <a:rPr lang="en-US" sz="1300" kern="1200"/>
            <a:t> auto-generated weekly activity reports</a:t>
          </a:r>
        </a:p>
      </dsp:txBody>
      <dsp:txXfrm>
        <a:off x="3703893" y="494342"/>
        <a:ext cx="4098414" cy="404989"/>
      </dsp:txXfrm>
    </dsp:sp>
    <dsp:sp modelId="{2E083460-C899-40D6-B10B-43B1AF079769}">
      <dsp:nvSpPr>
        <dsp:cNvPr id="0" name=""/>
        <dsp:cNvSpPr/>
      </dsp:nvSpPr>
      <dsp:spPr bwMode="white">
        <a:xfrm>
          <a:off x="3681984" y="943681"/>
          <a:ext cx="4142232" cy="44880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Project Archive &amp; Search</a:t>
          </a:r>
          <a:r>
            <a:rPr lang="en-US" sz="1300" kern="1200"/>
            <a:t> for completed FYPs</a:t>
          </a:r>
        </a:p>
      </dsp:txBody>
      <dsp:txXfrm>
        <a:off x="3703893" y="965590"/>
        <a:ext cx="4098414" cy="404989"/>
      </dsp:txXfrm>
    </dsp:sp>
    <dsp:sp modelId="{D6F054A6-54E0-4120-B615-17174F2AFE16}">
      <dsp:nvSpPr>
        <dsp:cNvPr id="0" name=""/>
        <dsp:cNvSpPr/>
      </dsp:nvSpPr>
      <dsp:spPr bwMode="white">
        <a:xfrm>
          <a:off x="3681984" y="1414929"/>
          <a:ext cx="4142232" cy="44880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Reporting Module</a:t>
          </a:r>
          <a:r>
            <a:rPr lang="en-US" sz="1300" kern="1200"/>
            <a:t> (PDF / Excel export)</a:t>
          </a:r>
        </a:p>
      </dsp:txBody>
      <dsp:txXfrm>
        <a:off x="3703893" y="1436838"/>
        <a:ext cx="4098414" cy="404989"/>
      </dsp:txXfrm>
    </dsp:sp>
    <dsp:sp modelId="{D250BA31-856D-4F36-8F1A-0F84C7BCF96B}">
      <dsp:nvSpPr>
        <dsp:cNvPr id="0" name=""/>
        <dsp:cNvSpPr/>
      </dsp:nvSpPr>
      <dsp:spPr bwMode="white">
        <a:xfrm>
          <a:off x="3681984" y="1886177"/>
          <a:ext cx="4142232" cy="44880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Noticeboard</a:t>
          </a:r>
          <a:r>
            <a:rPr lang="en-US" sz="1300" kern="1200"/>
            <a:t> for announcements and updates</a:t>
          </a:r>
        </a:p>
      </dsp:txBody>
      <dsp:txXfrm>
        <a:off x="3703893" y="1908086"/>
        <a:ext cx="4098414" cy="404989"/>
      </dsp:txXfrm>
    </dsp:sp>
    <dsp:sp modelId="{C94E594A-995D-4D27-AF00-B023E251775E}">
      <dsp:nvSpPr>
        <dsp:cNvPr id="0" name=""/>
        <dsp:cNvSpPr/>
      </dsp:nvSpPr>
      <dsp:spPr bwMode="white">
        <a:xfrm>
          <a:off x="3681984" y="2357425"/>
          <a:ext cx="4142232" cy="44880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Excel Upload (Admin)</a:t>
          </a:r>
          <a:r>
            <a:rPr lang="en-US" sz="1300" kern="1200"/>
            <a:t> for bulk user registration</a:t>
          </a:r>
        </a:p>
      </dsp:txBody>
      <dsp:txXfrm>
        <a:off x="3703893" y="2379334"/>
        <a:ext cx="4098414" cy="404989"/>
      </dsp:txXfrm>
    </dsp:sp>
    <dsp:sp modelId="{FEA0579C-02B0-4921-B769-828249C158F9}">
      <dsp:nvSpPr>
        <dsp:cNvPr id="0" name=""/>
        <dsp:cNvSpPr/>
      </dsp:nvSpPr>
      <dsp:spPr bwMode="white">
        <a:xfrm>
          <a:off x="3681984" y="2828673"/>
          <a:ext cx="4142232" cy="44880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Change Password</a:t>
          </a:r>
          <a:r>
            <a:rPr lang="en-US" sz="1300" kern="1200"/>
            <a:t> (first login / anytime)</a:t>
          </a:r>
        </a:p>
      </dsp:txBody>
      <dsp:txXfrm>
        <a:off x="3703893" y="2850582"/>
        <a:ext cx="4098414" cy="404989"/>
      </dsp:txXfrm>
    </dsp:sp>
    <dsp:sp modelId="{A2A7BAD3-2179-43BF-8B34-EE76DA0761DF}">
      <dsp:nvSpPr>
        <dsp:cNvPr id="0" name=""/>
        <dsp:cNvSpPr/>
      </dsp:nvSpPr>
      <dsp:spPr bwMode="white">
        <a:xfrm>
          <a:off x="3681984" y="3299921"/>
          <a:ext cx="4142232" cy="44880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Supervisor Slot Management</a:t>
          </a:r>
          <a:r>
            <a:rPr lang="en-US" sz="1300" kern="1200"/>
            <a:t> with capacity control</a:t>
          </a:r>
        </a:p>
      </dsp:txBody>
      <dsp:txXfrm>
        <a:off x="3703893" y="3321830"/>
        <a:ext cx="4098414" cy="404989"/>
      </dsp:txXfrm>
    </dsp:sp>
    <dsp:sp modelId="{6B53A05B-B99B-4551-BB4C-150925276E73}">
      <dsp:nvSpPr>
        <dsp:cNvPr id="0" name=""/>
        <dsp:cNvSpPr/>
      </dsp:nvSpPr>
      <dsp:spPr bwMode="white">
        <a:xfrm>
          <a:off x="3681984" y="3771169"/>
          <a:ext cx="4142232" cy="44880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Approved Students</a:t>
          </a:r>
          <a:r>
            <a:rPr lang="en-US" sz="1300" kern="1200"/>
            <a:t> verification by Admin</a:t>
          </a:r>
        </a:p>
      </dsp:txBody>
      <dsp:txXfrm>
        <a:off x="3703893" y="3793078"/>
        <a:ext cx="4098414" cy="4049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C99E7B-CC2C-47F2-ACB2-1A0C91CE31A6}">
      <dsp:nvSpPr>
        <dsp:cNvPr id="0" name=""/>
        <dsp:cNvSpPr/>
      </dsp:nvSpPr>
      <dsp:spPr bwMode="white">
        <a:xfrm>
          <a:off x="576" y="620650"/>
          <a:ext cx="2249165" cy="1349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Usability</a:t>
          </a:r>
          <a:endParaRPr lang="en-US" sz="2000" kern="1200" dirty="0"/>
        </a:p>
      </dsp:txBody>
      <dsp:txXfrm>
        <a:off x="576" y="620650"/>
        <a:ext cx="2249165" cy="1349499"/>
      </dsp:txXfrm>
    </dsp:sp>
    <dsp:sp modelId="{C72FA5EE-23E6-4685-8544-74449FD23BF9}">
      <dsp:nvSpPr>
        <dsp:cNvPr id="0" name=""/>
        <dsp:cNvSpPr/>
      </dsp:nvSpPr>
      <dsp:spPr bwMode="white">
        <a:xfrm>
          <a:off x="2474658" y="620650"/>
          <a:ext cx="2249165" cy="1349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Reliability</a:t>
          </a:r>
          <a:endParaRPr lang="en-US" sz="2000" kern="1200" dirty="0"/>
        </a:p>
      </dsp:txBody>
      <dsp:txXfrm>
        <a:off x="2474658" y="620650"/>
        <a:ext cx="2249165" cy="13494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1954A7-1C08-4F19-B7BB-E5268FD3AE95}">
      <dsp:nvSpPr>
        <dsp:cNvPr id="0" name=""/>
        <dsp:cNvSpPr/>
      </dsp:nvSpPr>
      <dsp:spPr bwMode="white">
        <a:xfrm>
          <a:off x="0" y="10679"/>
          <a:ext cx="5334000" cy="5771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Use case diagram </a:t>
          </a:r>
        </a:p>
      </dsp:txBody>
      <dsp:txXfrm>
        <a:off x="28174" y="38853"/>
        <a:ext cx="5277652" cy="520791"/>
      </dsp:txXfrm>
    </dsp:sp>
    <dsp:sp modelId="{923C16B3-1BB2-414F-AE26-DC94E13BD1DE}">
      <dsp:nvSpPr>
        <dsp:cNvPr id="0" name=""/>
        <dsp:cNvSpPr/>
      </dsp:nvSpPr>
      <dsp:spPr bwMode="white">
        <a:xfrm>
          <a:off x="0" y="651178"/>
          <a:ext cx="5334000" cy="5771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Package diagram </a:t>
          </a:r>
        </a:p>
      </dsp:txBody>
      <dsp:txXfrm>
        <a:off x="28174" y="679352"/>
        <a:ext cx="5277652" cy="520791"/>
      </dsp:txXfrm>
    </dsp:sp>
    <dsp:sp modelId="{62DD72B4-C0E9-4661-AD0C-CDCC4458C3B6}">
      <dsp:nvSpPr>
        <dsp:cNvPr id="0" name=""/>
        <dsp:cNvSpPr/>
      </dsp:nvSpPr>
      <dsp:spPr bwMode="white">
        <a:xfrm>
          <a:off x="0" y="1291678"/>
          <a:ext cx="5334000" cy="5771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Activity diagram </a:t>
          </a:r>
        </a:p>
      </dsp:txBody>
      <dsp:txXfrm>
        <a:off x="28174" y="1319852"/>
        <a:ext cx="5277652" cy="520791"/>
      </dsp:txXfrm>
    </dsp:sp>
    <dsp:sp modelId="{425896C7-C560-4971-8EA7-C307F492AFA2}">
      <dsp:nvSpPr>
        <dsp:cNvPr id="0" name=""/>
        <dsp:cNvSpPr/>
      </dsp:nvSpPr>
      <dsp:spPr bwMode="white">
        <a:xfrm>
          <a:off x="0" y="1932177"/>
          <a:ext cx="5334000" cy="5771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Json tree diagram</a:t>
          </a:r>
        </a:p>
      </dsp:txBody>
      <dsp:txXfrm>
        <a:off x="28174" y="1960351"/>
        <a:ext cx="5277652" cy="52079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F3F57F-F6F5-43E7-8823-312B5C9D890D}">
      <dsp:nvSpPr>
        <dsp:cNvPr id="0" name=""/>
        <dsp:cNvSpPr/>
      </dsp:nvSpPr>
      <dsp:spPr bwMode="white">
        <a:xfrm>
          <a:off x="76199" y="0"/>
          <a:ext cx="1759036" cy="105542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b="1" kern="1200" dirty="0"/>
            <a:t> </a:t>
          </a:r>
          <a:r>
            <a:rPr lang="en-GB" sz="2000" b="1" kern="1200" dirty="0"/>
            <a:t>MS Word</a:t>
          </a:r>
          <a:endParaRPr lang="x-none" sz="2000" b="1" kern="1200" dirty="0"/>
        </a:p>
      </dsp:txBody>
      <dsp:txXfrm>
        <a:off x="76199" y="0"/>
        <a:ext cx="1759036" cy="1055422"/>
      </dsp:txXfrm>
    </dsp:sp>
    <dsp:sp modelId="{03F91F8C-D50D-4B61-9C5F-E1C950081778}">
      <dsp:nvSpPr>
        <dsp:cNvPr id="0" name=""/>
        <dsp:cNvSpPr/>
      </dsp:nvSpPr>
      <dsp:spPr bwMode="white">
        <a:xfrm>
          <a:off x="2031051" y="816"/>
          <a:ext cx="1759036" cy="105542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b="1" kern="1200" dirty="0"/>
            <a:t> </a:t>
          </a:r>
          <a:r>
            <a:rPr lang="en-GB" sz="2000" b="1" kern="1200" dirty="0"/>
            <a:t>Draw.io</a:t>
          </a:r>
          <a:endParaRPr lang="x-none" sz="2000" b="1" kern="1200" dirty="0"/>
        </a:p>
      </dsp:txBody>
      <dsp:txXfrm>
        <a:off x="2031051" y="816"/>
        <a:ext cx="1759036" cy="1055422"/>
      </dsp:txXfrm>
    </dsp:sp>
    <dsp:sp modelId="{43B839AE-AE26-4F74-8B82-BD264C118189}">
      <dsp:nvSpPr>
        <dsp:cNvPr id="0" name=""/>
        <dsp:cNvSpPr/>
      </dsp:nvSpPr>
      <dsp:spPr bwMode="white">
        <a:xfrm>
          <a:off x="123112" y="1219202"/>
          <a:ext cx="1759036" cy="105542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Visual Studio </a:t>
          </a:r>
          <a:endParaRPr lang="x-none" sz="2000" b="1" kern="1200" dirty="0"/>
        </a:p>
      </dsp:txBody>
      <dsp:txXfrm>
        <a:off x="123112" y="1219202"/>
        <a:ext cx="1759036" cy="1055422"/>
      </dsp:txXfrm>
    </dsp:sp>
    <dsp:sp modelId="{B49AFA3A-1BA6-49E5-A8D5-CB0038FEC815}">
      <dsp:nvSpPr>
        <dsp:cNvPr id="0" name=""/>
        <dsp:cNvSpPr/>
      </dsp:nvSpPr>
      <dsp:spPr bwMode="white">
        <a:xfrm>
          <a:off x="2031051" y="1232142"/>
          <a:ext cx="1759036" cy="105542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Postman</a:t>
          </a:r>
          <a:endParaRPr lang="x-none" sz="2000" b="1" kern="1200" dirty="0"/>
        </a:p>
      </dsp:txBody>
      <dsp:txXfrm>
        <a:off x="2031051" y="1232142"/>
        <a:ext cx="1759036" cy="105542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727A1F-1DA0-4847-841A-B7053B4DDD5F}">
      <dsp:nvSpPr>
        <dsp:cNvPr id="0" name=""/>
        <dsp:cNvSpPr/>
      </dsp:nvSpPr>
      <dsp:spPr bwMode="white">
        <a:xfrm>
          <a:off x="633834" y="1310"/>
          <a:ext cx="1370289" cy="82217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HTML</a:t>
          </a:r>
          <a:endParaRPr lang="x-none" sz="2000" b="1" kern="1200" dirty="0"/>
        </a:p>
      </dsp:txBody>
      <dsp:txXfrm>
        <a:off x="633834" y="1310"/>
        <a:ext cx="1370289" cy="822173"/>
      </dsp:txXfrm>
    </dsp:sp>
    <dsp:sp modelId="{29B925BE-F03E-434E-B7E3-B5C9E72633F8}">
      <dsp:nvSpPr>
        <dsp:cNvPr id="0" name=""/>
        <dsp:cNvSpPr/>
      </dsp:nvSpPr>
      <dsp:spPr bwMode="white">
        <a:xfrm>
          <a:off x="2141153" y="1310"/>
          <a:ext cx="1370289" cy="82217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CSS</a:t>
          </a:r>
          <a:endParaRPr lang="x-none" sz="2000" b="1" kern="1200" dirty="0"/>
        </a:p>
      </dsp:txBody>
      <dsp:txXfrm>
        <a:off x="2141153" y="1310"/>
        <a:ext cx="1370289" cy="822173"/>
      </dsp:txXfrm>
    </dsp:sp>
    <dsp:sp modelId="{879DD595-CE12-41E0-AA91-C790F7F8BB19}">
      <dsp:nvSpPr>
        <dsp:cNvPr id="0" name=""/>
        <dsp:cNvSpPr/>
      </dsp:nvSpPr>
      <dsp:spPr bwMode="white">
        <a:xfrm>
          <a:off x="633834" y="960513"/>
          <a:ext cx="1370289" cy="82217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JS</a:t>
          </a:r>
          <a:endParaRPr lang="x-none" sz="2000" b="1" kern="1200" dirty="0"/>
        </a:p>
      </dsp:txBody>
      <dsp:txXfrm>
        <a:off x="633834" y="960513"/>
        <a:ext cx="1370289" cy="822173"/>
      </dsp:txXfrm>
    </dsp:sp>
    <dsp:sp modelId="{8003D92D-C003-4EF7-9F2E-90543C3EAD7B}">
      <dsp:nvSpPr>
        <dsp:cNvPr id="0" name=""/>
        <dsp:cNvSpPr/>
      </dsp:nvSpPr>
      <dsp:spPr bwMode="white">
        <a:xfrm>
          <a:off x="2141153" y="960513"/>
          <a:ext cx="1370289" cy="82217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Node.js</a:t>
          </a:r>
          <a:endParaRPr lang="x-none" sz="2000" b="1" kern="1200" dirty="0"/>
        </a:p>
      </dsp:txBody>
      <dsp:txXfrm>
        <a:off x="2141153" y="960513"/>
        <a:ext cx="1370289" cy="822173"/>
      </dsp:txXfrm>
    </dsp:sp>
    <dsp:sp modelId="{ED34C8B4-A320-402B-AD0C-D9B6E30770D5}">
      <dsp:nvSpPr>
        <dsp:cNvPr id="0" name=""/>
        <dsp:cNvSpPr/>
      </dsp:nvSpPr>
      <dsp:spPr bwMode="white">
        <a:xfrm>
          <a:off x="633834" y="1919715"/>
          <a:ext cx="1370289" cy="82217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React</a:t>
          </a:r>
          <a:endParaRPr lang="x-none" sz="2000" b="1" kern="1200" dirty="0"/>
        </a:p>
      </dsp:txBody>
      <dsp:txXfrm>
        <a:off x="633834" y="1919715"/>
        <a:ext cx="1370289" cy="822173"/>
      </dsp:txXfrm>
    </dsp:sp>
    <dsp:sp modelId="{7731C711-C9F6-4B67-B0B4-1F53E1C6F30C}">
      <dsp:nvSpPr>
        <dsp:cNvPr id="0" name=""/>
        <dsp:cNvSpPr/>
      </dsp:nvSpPr>
      <dsp:spPr bwMode="white">
        <a:xfrm>
          <a:off x="2141153" y="1919715"/>
          <a:ext cx="1370289" cy="82217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/>
            <a:t>mongodb</a:t>
          </a:r>
          <a:endParaRPr lang="x-none" sz="2000" b="1" kern="1200" dirty="0"/>
        </a:p>
      </dsp:txBody>
      <dsp:txXfrm>
        <a:off x="2141153" y="1919715"/>
        <a:ext cx="1370289" cy="82217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7D4B4A-E069-44A2-BCDB-7A8077C4BB51}">
      <dsp:nvSpPr>
        <dsp:cNvPr id="0" name=""/>
        <dsp:cNvSpPr/>
      </dsp:nvSpPr>
      <dsp:spPr bwMode="white">
        <a:xfrm>
          <a:off x="0" y="0"/>
          <a:ext cx="7772400" cy="6552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dirty="0"/>
            <a:t>Component-based development for modular UI (</a:t>
          </a:r>
          <a:r>
            <a:rPr lang="en-US" sz="1500" b="1" i="0" kern="1200" baseline="0" dirty="0" err="1"/>
            <a:t>AppTable</a:t>
          </a:r>
          <a:r>
            <a:rPr lang="en-US" sz="1500" b="1" i="0" kern="1200" baseline="0" dirty="0"/>
            <a:t>, </a:t>
          </a:r>
          <a:r>
            <a:rPr lang="en-US" sz="1500" b="1" i="0" kern="1200" baseline="0" dirty="0" err="1"/>
            <a:t>DashboardSectionHeader</a:t>
          </a:r>
          <a:r>
            <a:rPr lang="en-US" sz="1500" b="1" i="0" kern="1200" baseline="0" dirty="0"/>
            <a:t>)</a:t>
          </a:r>
          <a:endParaRPr lang="en-US" sz="1500" b="1" kern="1200" dirty="0"/>
        </a:p>
      </dsp:txBody>
      <dsp:txXfrm>
        <a:off x="31984" y="31984"/>
        <a:ext cx="7708432" cy="591232"/>
      </dsp:txXfrm>
    </dsp:sp>
    <dsp:sp modelId="{2DDA8B40-291F-4869-8EAB-854E65A585EA}">
      <dsp:nvSpPr>
        <dsp:cNvPr id="0" name=""/>
        <dsp:cNvSpPr/>
      </dsp:nvSpPr>
      <dsp:spPr bwMode="white">
        <a:xfrm>
          <a:off x="0" y="654216"/>
          <a:ext cx="7772400" cy="655200"/>
        </a:xfrm>
        <a:prstGeom prst="roundRect">
          <a:avLst/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dirty="0"/>
            <a:t>Isolated API calls using dedicated service files</a:t>
          </a:r>
          <a:endParaRPr lang="en-US" sz="1500" b="1" kern="1200" dirty="0"/>
        </a:p>
      </dsp:txBody>
      <dsp:txXfrm>
        <a:off x="31984" y="686200"/>
        <a:ext cx="7708432" cy="591232"/>
      </dsp:txXfrm>
    </dsp:sp>
    <dsp:sp modelId="{254C6AED-1997-4BB0-B998-DA98FAD65AC2}">
      <dsp:nvSpPr>
        <dsp:cNvPr id="0" name=""/>
        <dsp:cNvSpPr/>
      </dsp:nvSpPr>
      <dsp:spPr bwMode="white">
        <a:xfrm>
          <a:off x="0" y="1295399"/>
          <a:ext cx="7772400" cy="655200"/>
        </a:xfrm>
        <a:prstGeom prst="round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dirty="0"/>
            <a:t>Separate controllers for each business logic block</a:t>
          </a:r>
          <a:endParaRPr lang="en-US" sz="1500" b="1" kern="1200" dirty="0"/>
        </a:p>
      </dsp:txBody>
      <dsp:txXfrm>
        <a:off x="31984" y="1327383"/>
        <a:ext cx="7708432" cy="59123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294E64-CD91-49B6-BA40-DA428B78C6E1}">
      <dsp:nvSpPr>
        <dsp:cNvPr id="0" name=""/>
        <dsp:cNvSpPr/>
      </dsp:nvSpPr>
      <dsp:spPr bwMode="white">
        <a:xfrm>
          <a:off x="636180" y="1407"/>
          <a:ext cx="1197824" cy="7186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Material UI (MUI)</a:t>
          </a:r>
        </a:p>
      </dsp:txBody>
      <dsp:txXfrm>
        <a:off x="636180" y="1407"/>
        <a:ext cx="1197824" cy="718694"/>
      </dsp:txXfrm>
    </dsp:sp>
    <dsp:sp modelId="{0D218A2F-AEBF-4E55-B833-0340AA61BC60}">
      <dsp:nvSpPr>
        <dsp:cNvPr id="0" name=""/>
        <dsp:cNvSpPr/>
      </dsp:nvSpPr>
      <dsp:spPr bwMode="white">
        <a:xfrm>
          <a:off x="1953787" y="1407"/>
          <a:ext cx="1197824" cy="718694"/>
        </a:xfrm>
        <a:prstGeom prst="rect">
          <a:avLst/>
        </a:prstGeom>
        <a:solidFill>
          <a:schemeClr val="accent4">
            <a:hueOff val="-496086"/>
            <a:satOff val="2989"/>
            <a:lumOff val="24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Tailwind CSS</a:t>
          </a:r>
        </a:p>
      </dsp:txBody>
      <dsp:txXfrm>
        <a:off x="1953787" y="1407"/>
        <a:ext cx="1197824" cy="718694"/>
      </dsp:txXfrm>
    </dsp:sp>
    <dsp:sp modelId="{43C0C0F3-C435-440F-85F9-EFA23065A4F7}">
      <dsp:nvSpPr>
        <dsp:cNvPr id="0" name=""/>
        <dsp:cNvSpPr/>
      </dsp:nvSpPr>
      <dsp:spPr bwMode="white">
        <a:xfrm>
          <a:off x="3271394" y="1407"/>
          <a:ext cx="1197824" cy="718694"/>
        </a:xfrm>
        <a:prstGeom prst="rect">
          <a:avLst/>
        </a:prstGeom>
        <a:solidFill>
          <a:schemeClr val="accent4">
            <a:hueOff val="-992171"/>
            <a:satOff val="5978"/>
            <a:lumOff val="47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Axios</a:t>
          </a:r>
        </a:p>
      </dsp:txBody>
      <dsp:txXfrm>
        <a:off x="3271394" y="1407"/>
        <a:ext cx="1197824" cy="718694"/>
      </dsp:txXfrm>
    </dsp:sp>
    <dsp:sp modelId="{15FFA00F-B16E-4AFA-BFD0-458777164BD6}">
      <dsp:nvSpPr>
        <dsp:cNvPr id="0" name=""/>
        <dsp:cNvSpPr/>
      </dsp:nvSpPr>
      <dsp:spPr bwMode="white">
        <a:xfrm>
          <a:off x="636180" y="839885"/>
          <a:ext cx="1197824" cy="718694"/>
        </a:xfrm>
        <a:prstGeom prst="rect">
          <a:avLst/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Chart.js</a:t>
          </a:r>
        </a:p>
      </dsp:txBody>
      <dsp:txXfrm>
        <a:off x="636180" y="839885"/>
        <a:ext cx="1197824" cy="718694"/>
      </dsp:txXfrm>
    </dsp:sp>
    <dsp:sp modelId="{23B73BF3-89E0-400C-8555-0031134F6BE9}">
      <dsp:nvSpPr>
        <dsp:cNvPr id="0" name=""/>
        <dsp:cNvSpPr/>
      </dsp:nvSpPr>
      <dsp:spPr bwMode="white">
        <a:xfrm>
          <a:off x="1953787" y="839885"/>
          <a:ext cx="1197824" cy="718694"/>
        </a:xfrm>
        <a:prstGeom prst="rect">
          <a:avLst/>
        </a:prstGeom>
        <a:solidFill>
          <a:schemeClr val="accent4">
            <a:hueOff val="-1984342"/>
            <a:satOff val="11955"/>
            <a:lumOff val="9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xlsx </a:t>
          </a:r>
        </a:p>
      </dsp:txBody>
      <dsp:txXfrm>
        <a:off x="1953787" y="839885"/>
        <a:ext cx="1197824" cy="718694"/>
      </dsp:txXfrm>
    </dsp:sp>
    <dsp:sp modelId="{CB4788B7-481B-434F-926A-4744CA7435B4}">
      <dsp:nvSpPr>
        <dsp:cNvPr id="0" name=""/>
        <dsp:cNvSpPr/>
      </dsp:nvSpPr>
      <dsp:spPr bwMode="white">
        <a:xfrm>
          <a:off x="3271394" y="839885"/>
          <a:ext cx="1197824" cy="718694"/>
        </a:xfrm>
        <a:prstGeom prst="rect">
          <a:avLst/>
        </a:prstGeom>
        <a:solidFill>
          <a:schemeClr val="accent4">
            <a:hueOff val="-2480428"/>
            <a:satOff val="14944"/>
            <a:lumOff val="11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MongoDB </a:t>
          </a:r>
        </a:p>
      </dsp:txBody>
      <dsp:txXfrm>
        <a:off x="3271394" y="839885"/>
        <a:ext cx="1197824" cy="718694"/>
      </dsp:txXfrm>
    </dsp:sp>
    <dsp:sp modelId="{A60CBD13-43D0-4F53-8A6F-6BD2F6D303FB}">
      <dsp:nvSpPr>
        <dsp:cNvPr id="0" name=""/>
        <dsp:cNvSpPr/>
      </dsp:nvSpPr>
      <dsp:spPr bwMode="white">
        <a:xfrm>
          <a:off x="636180" y="1678362"/>
          <a:ext cx="1197824" cy="718694"/>
        </a:xfrm>
        <a:prstGeom prst="rect">
          <a:avLst/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OpenRouter AI</a:t>
          </a:r>
        </a:p>
      </dsp:txBody>
      <dsp:txXfrm>
        <a:off x="636180" y="1678362"/>
        <a:ext cx="1197824" cy="718694"/>
      </dsp:txXfrm>
    </dsp:sp>
    <dsp:sp modelId="{A8F1CFC9-3E16-4FD8-9FAC-440A6FE201AC}">
      <dsp:nvSpPr>
        <dsp:cNvPr id="0" name=""/>
        <dsp:cNvSpPr/>
      </dsp:nvSpPr>
      <dsp:spPr bwMode="white">
        <a:xfrm>
          <a:off x="1953787" y="1678362"/>
          <a:ext cx="1197824" cy="718694"/>
        </a:xfrm>
        <a:prstGeom prst="rect">
          <a:avLst/>
        </a:prstGeom>
        <a:solidFill>
          <a:schemeClr val="accent4">
            <a:hueOff val="-3472599"/>
            <a:satOff val="20921"/>
            <a:lumOff val="16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Google Drive</a:t>
          </a:r>
        </a:p>
      </dsp:txBody>
      <dsp:txXfrm>
        <a:off x="1953787" y="1678362"/>
        <a:ext cx="1197824" cy="718694"/>
      </dsp:txXfrm>
    </dsp:sp>
    <dsp:sp modelId="{8098AA54-CECC-493A-AF0C-6863EF93C9C1}">
      <dsp:nvSpPr>
        <dsp:cNvPr id="0" name=""/>
        <dsp:cNvSpPr/>
      </dsp:nvSpPr>
      <dsp:spPr bwMode="white">
        <a:xfrm>
          <a:off x="3271394" y="1678362"/>
          <a:ext cx="1197824" cy="718694"/>
        </a:xfrm>
        <a:prstGeom prst="rect">
          <a:avLst/>
        </a:prstGeom>
        <a:solidFill>
          <a:schemeClr val="accent4">
            <a:hueOff val="-3968684"/>
            <a:satOff val="23910"/>
            <a:lumOff val="191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GitHub</a:t>
          </a:r>
        </a:p>
      </dsp:txBody>
      <dsp:txXfrm>
        <a:off x="3271394" y="1678362"/>
        <a:ext cx="1197824" cy="718694"/>
      </dsp:txXfrm>
    </dsp:sp>
    <dsp:sp modelId="{B44718B6-543A-4523-9728-D93F7423EDBD}">
      <dsp:nvSpPr>
        <dsp:cNvPr id="0" name=""/>
        <dsp:cNvSpPr/>
      </dsp:nvSpPr>
      <dsp:spPr bwMode="white">
        <a:xfrm>
          <a:off x="1953787" y="2516839"/>
          <a:ext cx="1197824" cy="718694"/>
        </a:xfrm>
        <a:prstGeom prst="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Node.js / Express.js</a:t>
          </a:r>
        </a:p>
      </dsp:txBody>
      <dsp:txXfrm>
        <a:off x="1953787" y="2516839"/>
        <a:ext cx="1197824" cy="718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#2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#3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55384-77F5-401D-898A-26B3C4A79EB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BDBEF9-72DF-4285-919E-5B9D838F8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78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Problem: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Final Year Project (FYP/Capstone) is a mandatory part of every degree,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but in most universities, it is still managed manually using emails, paper forms, and spreadsheets.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This is an Issue: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This manual process causes significant problems, including:</a:t>
            </a:r>
          </a:p>
          <a:p>
            <a:pPr lvl="1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Delays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communication and feedback.</a:t>
            </a:r>
          </a:p>
          <a:p>
            <a:pPr lvl="1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Miscommunication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between students, supervisors, and coordinators.</a:t>
            </a:r>
          </a:p>
          <a:p>
            <a:pPr lvl="1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Uneven supervision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a lack of a standardized process.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building an automated system to manage the entire FYP process,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proposal submission to final evaluation. 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DBEF9-72DF-4285-919E-5B9D838F841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568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DBEF9-72DF-4285-919E-5B9D838F841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69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system is a single, easy-to-use platform that automates the entire Final Year Project process. Its key features are: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Centralized Platform: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It brings all FYP activities for students and supervisors onto one platform.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Automated Scheduling: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It automates deadlines and meeting scheduling to keep teams organized and ensure projects are completed on time.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Guidance Tools: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It provides clear checklists and feedback tools to keep students on the right track and clarify their next steps.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DBEF9-72DF-4285-919E-5B9D838F841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83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5EA8C-31D8-4AE2-B882-84C84F479477}" type="datetimeFigureOut">
              <a:rPr lang="en-US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F5670-D3F4-45C7-B985-727ECBBC4E3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9CD17A-954D-467D-91A5-E7BCAA89A8CF}" type="datetimeFigureOut">
              <a:rPr lang="en-US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3E33BD-E18E-4BE1-9714-EE428238917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7D8F27-B1E0-4579-A0D4-F4DE761D87B0}" type="datetimeFigureOut">
              <a:rPr lang="en-US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4A030-EF6A-4762-B30C-DE8655F57C1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E9A495-73A6-4F65-8AAC-5D89FFE343E7}" type="datetimeFigureOut">
              <a:rPr lang="en-US"/>
              <a:t>11/14/2025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67087B-68C8-47F2-B5D0-EF32CB23F8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90D62-48B1-4815-B83E-6D1A5DC794AF}" type="datetimeFigureOut">
              <a:rPr lang="en-US"/>
              <a:t>11/14/2025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497330-42CC-42AC-87F9-5A3675C691E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49768-A570-41B7-95C0-54055C4A81EA}" type="datetimeFigureOut">
              <a:rPr lang="en-US"/>
              <a:t>11/14/2025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CAFDE-0C38-456D-B802-21864C3F830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3B2D8-3E52-4F62-9DC4-54C38533946B}" type="datetimeFigureOut">
              <a:rPr lang="en-US"/>
              <a:t>11/14/2025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B0D651-56A8-4CE0-9D94-65BDDFDEBFA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30D5C-5BFF-46B6-BA99-36AC4468BF79}" type="datetimeFigureOut">
              <a:rPr lang="en-US"/>
              <a:t>11/14/2025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F8457-8BC5-42F4-9665-36B7DF8528E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9CFCE-761F-40B2-848A-CB9D594FBAFC}" type="datetimeFigureOut">
              <a:rPr lang="en-US"/>
              <a:t>11/14/2025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70734B-61FB-498A-8F45-B91ADB27494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876BE-1A06-47CE-A4A2-6C5C1D1C326F}" type="datetimeFigureOut">
              <a:rPr lang="en-US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3F1DD-6A4D-4A6A-9723-33B3A792EB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2D721-3603-4DC2-ACAB-C8C719AFE1B1}" type="datetimeFigureOut">
              <a:rPr lang="en-US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A63DAF-319D-456B-AC92-51897CFD44F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00E64A2-E0A4-4DC6-9829-7CF64BBF5B65}" type="datetimeFigureOut">
              <a:rPr lang="en-US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6E01495-F694-4C46-966A-5FC739EB7C9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Senior Design Project</a:t>
            </a:r>
          </a:p>
        </p:txBody>
      </p:sp>
      <p:pic>
        <p:nvPicPr>
          <p:cNvPr id="2052" name="Picture 3" descr="Riphah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3" t="4065" r="6926" b="4926"/>
          <a:stretch>
            <a:fillRect/>
          </a:stretch>
        </p:blipFill>
        <p:spPr bwMode="auto"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AAE96666-2BBD-448E-84BC-847828A9A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0">
            <a:normAutofit/>
          </a:bodyPr>
          <a:lstStyle/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err="1"/>
              <a:t>RiphahCapstone</a:t>
            </a:r>
            <a:endParaRPr lang="en-US" dirty="0"/>
          </a:p>
          <a:p>
            <a:pPr marL="63500" eaLnBrk="1" fontAlgn="auto" hangingPunct="1">
              <a:spcAft>
                <a:spcPts val="0"/>
              </a:spcAft>
              <a:defRPr/>
            </a:pPr>
            <a:r>
              <a:rPr lang="en-US" sz="1400" dirty="0"/>
              <a:t>Supervised By: Dr Hajra Murtaza (Assistance Professor)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400" b="1" dirty="0"/>
              <a:t>SDGs: 4 - Quality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Project Team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Iman Arshad (46188)</a:t>
            </a:r>
          </a:p>
          <a:p>
            <a:pPr eaLnBrk="1" hangingPunct="1"/>
            <a:r>
              <a:rPr lang="en-US" dirty="0"/>
              <a:t>Sana Arshad  (46189)</a:t>
            </a:r>
          </a:p>
          <a:p>
            <a:pPr eaLnBrk="1" hangingPunct="1"/>
            <a:r>
              <a:rPr lang="en-US" dirty="0"/>
              <a:t>Ayesha butt (48288)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of Content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Opportunity &amp; Stakeholders </a:t>
            </a:r>
          </a:p>
          <a:p>
            <a:pPr eaLnBrk="1" hangingPunct="1"/>
            <a:r>
              <a:rPr lang="en-US" sz="2800" dirty="0"/>
              <a:t>Solution</a:t>
            </a:r>
          </a:p>
          <a:p>
            <a:pPr eaLnBrk="1" hangingPunct="1"/>
            <a:r>
              <a:rPr lang="en-US" sz="2800" dirty="0"/>
              <a:t>Progress Report Summary</a:t>
            </a:r>
          </a:p>
          <a:p>
            <a:pPr lvl="1" eaLnBrk="1" hangingPunct="1"/>
            <a:r>
              <a:rPr lang="en-US" sz="2400" dirty="0"/>
              <a:t>Requirements</a:t>
            </a:r>
          </a:p>
          <a:p>
            <a:pPr lvl="1" eaLnBrk="1" hangingPunct="1"/>
            <a:r>
              <a:rPr lang="en-US" sz="2400" dirty="0"/>
              <a:t>Software System (Design + Implementation + Testing)</a:t>
            </a:r>
          </a:p>
          <a:p>
            <a:pPr lvl="1" eaLnBrk="1" hangingPunct="1"/>
            <a:r>
              <a:rPr lang="en-US" sz="2400" dirty="0"/>
              <a:t>Endeavour (Team + Work + Way of Working)</a:t>
            </a:r>
          </a:p>
          <a:p>
            <a:pPr eaLnBrk="1" hangingPunct="1"/>
            <a:r>
              <a:rPr lang="en-US" sz="2800" dirty="0"/>
              <a:t>Next Steps</a:t>
            </a:r>
          </a:p>
          <a:p>
            <a:pPr eaLnBrk="1" hangingPunct="1"/>
            <a:r>
              <a:rPr lang="en-US" sz="2800" dirty="0"/>
              <a:t>Prototype /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Opportunity &amp; Stakeholders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Opportunity &amp; Stakeholders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228600" y="1166018"/>
            <a:ext cx="8686800" cy="4525963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</a:pPr>
            <a:r>
              <a:rPr lang="en-US" altLang="en-US" sz="2400" b="1" dirty="0" err="1"/>
              <a:t>Riphah</a:t>
            </a:r>
            <a:r>
              <a:rPr lang="en-US" altLang="en-US" sz="2400" b="1" dirty="0"/>
              <a:t> Capstone </a:t>
            </a:r>
            <a:r>
              <a:rPr lang="en-US" altLang="en-US" sz="2400" dirty="0"/>
              <a:t>is a </a:t>
            </a:r>
            <a:r>
              <a:rPr lang="en-US" altLang="en-US" sz="2400" b="1" dirty="0"/>
              <a:t>mandatory part </a:t>
            </a:r>
            <a:r>
              <a:rPr lang="en-US" altLang="en-US" sz="2400" dirty="0"/>
              <a:t>of every degree but still managed </a:t>
            </a:r>
            <a:r>
              <a:rPr lang="en-US" altLang="en-US" sz="2400" b="1" dirty="0"/>
              <a:t>manually </a:t>
            </a:r>
            <a:r>
              <a:rPr lang="en-US" altLang="en-US" sz="2400" dirty="0"/>
              <a:t>in our university .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en-US" sz="2400" dirty="0"/>
              <a:t>Manual handling causes delays, miscommunication, and uneven supervision.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en-US" sz="2400" dirty="0"/>
              <a:t>There’s a need for an </a:t>
            </a:r>
            <a:r>
              <a:rPr lang="en-US" altLang="en-US" sz="2400" b="1" dirty="0"/>
              <a:t>automated system </a:t>
            </a:r>
            <a:r>
              <a:rPr lang="en-US" altLang="en-US" sz="2400" dirty="0"/>
              <a:t>to make the process efficient, and organized.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en-US" sz="2400" dirty="0"/>
              <a:t>Our system aims to </a:t>
            </a:r>
            <a:r>
              <a:rPr lang="en-US" altLang="en-US" sz="2400" b="1" dirty="0"/>
              <a:t>automate </a:t>
            </a:r>
            <a:r>
              <a:rPr lang="en-US" altLang="en-US" sz="2400" dirty="0"/>
              <a:t>all stages from proposal submission to evaluation ensuring fairness and timely completion.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marL="0" indent="0"/>
            <a:r>
              <a:rPr lang="en-US" altLang="en-US" dirty="0"/>
              <a:t>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12837"/>
            <a:ext cx="8229600" cy="452596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en-US" sz="2400" b="1" dirty="0"/>
              <a:t>Students: </a:t>
            </a:r>
            <a:r>
              <a:rPr lang="en-US" altLang="en-US" sz="2400" dirty="0"/>
              <a:t>Create groups, submit ideas, track milestones, receive feedback.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b="1" dirty="0"/>
              <a:t>Supervisors: </a:t>
            </a:r>
            <a:r>
              <a:rPr lang="en-US" altLang="en-US" sz="2400" dirty="0"/>
              <a:t>Review proposals, evaluate progress, and guide students.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b="1" dirty="0"/>
              <a:t>Coordinators/</a:t>
            </a:r>
            <a:r>
              <a:rPr lang="en-US" altLang="en-US" sz="2400" b="1" dirty="0" err="1"/>
              <a:t>FypIncharge</a:t>
            </a:r>
            <a:r>
              <a:rPr lang="en-US" altLang="en-US" sz="2400" b="1" dirty="0"/>
              <a:t>: </a:t>
            </a:r>
            <a:r>
              <a:rPr lang="en-US" altLang="en-US" sz="2400" dirty="0"/>
              <a:t>Manage deadlines, monitor progress, and balance supervisor workload.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b="1" dirty="0"/>
              <a:t>Admins: </a:t>
            </a:r>
            <a:r>
              <a:rPr lang="en-US" altLang="en-US" sz="2400" dirty="0"/>
              <a:t>Oversee the system, manage users, and maintain data security.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678086"/>
            <a:ext cx="6019800" cy="94456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000" dirty="0">
                <a:solidFill>
                  <a:schemeClr val="tx1"/>
                </a:solidFill>
              </a:rPr>
              <a:t>Automates all FYP activities on a single, easy-to-use platform for students and supervisors</a:t>
            </a:r>
            <a:r>
              <a:rPr lang="en-US" sz="2000" dirty="0">
                <a:solidFill>
                  <a:schemeClr val="tx1"/>
                </a:solidFill>
              </a:rPr>
              <a:t> students and supervisors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44800" y="4191000"/>
            <a:ext cx="6146800" cy="94456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Automates deadlines and meeting scheduling to keep teams organized and ensure timely completion.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" y="2974684"/>
            <a:ext cx="5257800" cy="94456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Provides checklists and feedback to keep students on track and clarify next steps.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PROGRESS REPORT</a:t>
            </a:r>
            <a:br>
              <a:rPr lang="en-US" dirty="0"/>
            </a:br>
            <a:r>
              <a:rPr lang="en-US" dirty="0"/>
              <a:t>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229600" cy="914400"/>
          </a:xfrm>
        </p:spPr>
        <p:txBody>
          <a:bodyPr/>
          <a:lstStyle/>
          <a:p>
            <a:r>
              <a:rPr lang="en-US" dirty="0"/>
              <a:t>Elicitation Techniques / Tools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2098710937"/>
              </p:ext>
            </p:extLst>
          </p:nvPr>
        </p:nvGraphicFramePr>
        <p:xfrm>
          <a:off x="1905000" y="2339500"/>
          <a:ext cx="5029200" cy="2765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Specification / Documentation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980" y="1431634"/>
            <a:ext cx="8229600" cy="4525963"/>
          </a:xfrm>
        </p:spPr>
        <p:txBody>
          <a:bodyPr/>
          <a:lstStyle/>
          <a:p>
            <a:r>
              <a:rPr lang="en-US" b="1" dirty="0"/>
              <a:t>List of Different Users</a:t>
            </a:r>
          </a:p>
          <a:p>
            <a:pPr marL="0" indent="0">
              <a:buNone/>
            </a:pPr>
            <a:r>
              <a:rPr lang="en-US" b="1" dirty="0"/>
              <a:t>Student: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Register &amp; form groups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Submit ideas &amp; proposals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Select supervisor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Track milestones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Manage tasks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CA1995-9B72-4716-9637-36508DFE1435}"/>
              </a:ext>
            </a:extLst>
          </p:cNvPr>
          <p:cNvSpPr txBox="1"/>
          <p:nvPr/>
        </p:nvSpPr>
        <p:spPr bwMode="auto">
          <a:xfrm>
            <a:off x="5181600" y="1981201"/>
            <a:ext cx="42672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Supervisor: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Review ideas &amp; proposals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Evaluate milestones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Give feedback &amp; notes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Manage meeting slots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Coordinator: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Set deadlines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Upload templates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View Group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Post announcements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3D7A15-AD4D-4EB6-995A-684D922A866B}"/>
              </a:ext>
            </a:extLst>
          </p:cNvPr>
          <p:cNvSpPr txBox="1"/>
          <p:nvPr/>
        </p:nvSpPr>
        <p:spPr bwMode="auto">
          <a:xfrm>
            <a:off x="4724400" y="1600200"/>
            <a:ext cx="44958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Admin: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Manage all user accounts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Approve students &amp; ensure security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3518"/>
            <a:ext cx="8229600" cy="1143000"/>
          </a:xfrm>
        </p:spPr>
        <p:txBody>
          <a:bodyPr/>
          <a:lstStyle/>
          <a:p>
            <a:r>
              <a:rPr lang="en-US" dirty="0"/>
              <a:t>Use Cases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20519"/>
            <a:ext cx="4648200" cy="4525963"/>
          </a:xfrm>
        </p:spPr>
        <p:txBody>
          <a:bodyPr/>
          <a:lstStyle/>
          <a:p>
            <a:r>
              <a:rPr lang="en-US" dirty="0"/>
              <a:t>Register / Login</a:t>
            </a:r>
          </a:p>
          <a:p>
            <a:r>
              <a:rPr lang="en-US" dirty="0"/>
              <a:t>Approve / </a:t>
            </a:r>
            <a:r>
              <a:rPr lang="en-US" dirty="0" err="1"/>
              <a:t>Unapprove</a:t>
            </a:r>
            <a:r>
              <a:rPr lang="en-US" dirty="0"/>
              <a:t> Student Account</a:t>
            </a:r>
          </a:p>
          <a:p>
            <a:r>
              <a:rPr lang="en-US" dirty="0"/>
              <a:t>Configure Upload  (Excel Upload)</a:t>
            </a:r>
          </a:p>
          <a:p>
            <a:r>
              <a:rPr lang="en-US" dirty="0"/>
              <a:t>Create Group</a:t>
            </a:r>
          </a:p>
          <a:p>
            <a:r>
              <a:rPr lang="en-US" dirty="0"/>
              <a:t>Join / Invite Members</a:t>
            </a:r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4800600" y="1620520"/>
            <a:ext cx="46482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Select Supervisor</a:t>
            </a:r>
          </a:p>
          <a:p>
            <a:r>
              <a:rPr lang="en-US" dirty="0"/>
              <a:t>Manage </a:t>
            </a:r>
            <a:r>
              <a:rPr lang="en-US" dirty="0" err="1"/>
              <a:t>SupervisorSlots</a:t>
            </a:r>
            <a:endParaRPr lang="en-US" dirty="0"/>
          </a:p>
          <a:p>
            <a:r>
              <a:rPr lang="en-US" dirty="0"/>
              <a:t>Submit Project Idea</a:t>
            </a:r>
          </a:p>
          <a:p>
            <a:r>
              <a:rPr lang="en-US" dirty="0"/>
              <a:t>AI Title Rewrite Download Template</a:t>
            </a:r>
          </a:p>
          <a:p>
            <a:r>
              <a:rPr lang="en-US" dirty="0"/>
              <a:t>Role-Based Access Control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4267200" cy="4525963"/>
          </a:xfrm>
        </p:spPr>
        <p:txBody>
          <a:bodyPr/>
          <a:lstStyle/>
          <a:p>
            <a:r>
              <a:rPr lang="en-US" dirty="0"/>
              <a:t>Approve / Reject Proposal</a:t>
            </a:r>
          </a:p>
          <a:p>
            <a:r>
              <a:rPr lang="en-US" dirty="0"/>
              <a:t>Schedule Meeting</a:t>
            </a:r>
          </a:p>
          <a:p>
            <a:r>
              <a:rPr lang="en-US" dirty="0"/>
              <a:t>Post Whiteboard Note</a:t>
            </a:r>
          </a:p>
          <a:p>
            <a:r>
              <a:rPr lang="en-US" dirty="0"/>
              <a:t>Upload Milestones</a:t>
            </a:r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4603102" y="1751985"/>
            <a:ext cx="42672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Submit Proposal</a:t>
            </a:r>
          </a:p>
          <a:p>
            <a:r>
              <a:rPr lang="en-US" dirty="0"/>
              <a:t>Evaluate Milestone (Rubric-Based)</a:t>
            </a:r>
          </a:p>
          <a:p>
            <a:r>
              <a:rPr lang="en-US" dirty="0"/>
              <a:t>View Timeline</a:t>
            </a:r>
          </a:p>
          <a:p>
            <a:r>
              <a:rPr lang="en-US" dirty="0"/>
              <a:t>Send / Receive Notifications (Noticeboard)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40" y="1455738"/>
            <a:ext cx="8229600" cy="4525963"/>
          </a:xfrm>
        </p:spPr>
        <p:txBody>
          <a:bodyPr/>
          <a:lstStyle/>
          <a:p>
            <a:r>
              <a:rPr lang="en-US" dirty="0"/>
              <a:t>Functional Requirements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564035884"/>
              </p:ext>
            </p:extLst>
          </p:nvPr>
        </p:nvGraphicFramePr>
        <p:xfrm>
          <a:off x="-612434" y="2140902"/>
          <a:ext cx="10323147" cy="327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graphicFrame>
        <p:nvGraphicFramePr>
          <p:cNvPr id="8" name="Diagram 7"/>
          <p:cNvGraphicFramePr/>
          <p:nvPr/>
        </p:nvGraphicFramePr>
        <p:xfrm>
          <a:off x="-1447800" y="1417638"/>
          <a:ext cx="11506200" cy="4221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Non-Functional Requirements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51327125"/>
              </p:ext>
            </p:extLst>
          </p:nvPr>
        </p:nvGraphicFramePr>
        <p:xfrm>
          <a:off x="2133600" y="2362200"/>
          <a:ext cx="4724400" cy="259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0683"/>
            <a:ext cx="8229600" cy="1143000"/>
          </a:xfrm>
        </p:spPr>
        <p:txBody>
          <a:bodyPr/>
          <a:lstStyle/>
          <a:p>
            <a:r>
              <a:rPr lang="en-US" dirty="0">
                <a:sym typeface="+mn-ea"/>
              </a:rPr>
              <a:t>Deployment Diagram</a:t>
            </a:r>
            <a:endParaRPr lang="en-US" dirty="0"/>
          </a:p>
        </p:txBody>
      </p:sp>
      <p:pic>
        <p:nvPicPr>
          <p:cNvPr id="5" name="Content Placeholder 4" descr="deployement diagram.drawio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5207" y="1546543"/>
            <a:ext cx="7093585" cy="38087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85800"/>
          </a:xfrm>
        </p:spPr>
        <p:txBody>
          <a:bodyPr/>
          <a:lstStyle/>
          <a:p>
            <a:r>
              <a:rPr lang="en-US" dirty="0"/>
              <a:t>Detailed Design </a:t>
            </a:r>
          </a:p>
          <a:p>
            <a:pPr marL="0" indent="0">
              <a:buNone/>
            </a:pPr>
            <a:endParaRPr lang="en-US" dirty="0">
              <a:sym typeface="+mn-ea"/>
            </a:endParaRPr>
          </a:p>
          <a:p>
            <a:pPr marL="0" indent="0">
              <a:buNone/>
            </a:pPr>
            <a:endParaRPr lang="en-US" dirty="0">
              <a:sym typeface="+mn-ea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1371600" y="2468248"/>
          <a:ext cx="5334000" cy="2519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Development Tools &amp; Technologies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106388768"/>
              </p:ext>
            </p:extLst>
          </p:nvPr>
        </p:nvGraphicFramePr>
        <p:xfrm>
          <a:off x="533400" y="2819400"/>
          <a:ext cx="3886200" cy="2288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669474200"/>
              </p:ext>
            </p:extLst>
          </p:nvPr>
        </p:nvGraphicFramePr>
        <p:xfrm>
          <a:off x="4724402" y="2514600"/>
          <a:ext cx="4145278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Best Practices / Coding Standards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755515157"/>
              </p:ext>
            </p:extLst>
          </p:nvPr>
        </p:nvGraphicFramePr>
        <p:xfrm>
          <a:off x="609600" y="2362200"/>
          <a:ext cx="7772400" cy="2209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Libraries / Components / Web Services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7" name="Diagram 16"/>
          <p:cNvGraphicFramePr/>
          <p:nvPr>
            <p:extLst>
              <p:ext uri="{D42A27DB-BD31-4B8C-83A1-F6EECF244321}">
                <p14:modId xmlns:p14="http://schemas.microsoft.com/office/powerpoint/2010/main" val="567830702"/>
              </p:ext>
            </p:extLst>
          </p:nvPr>
        </p:nvGraphicFramePr>
        <p:xfrm>
          <a:off x="1905000" y="2244710"/>
          <a:ext cx="5105400" cy="3236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62000" y="1643896"/>
            <a:ext cx="7848600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Black Box Testing: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Validated system behavior using different inputs and outputs.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Tested modules like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Registration, Login, Proposal Submission,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etc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Functional Testing: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Ensured each system function performs as expected (e.g., Register, Login, Submit Proposal, Schedule Meeting).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Endeavour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Endeavour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roles of your team members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476073"/>
              </p:ext>
            </p:extLst>
          </p:nvPr>
        </p:nvGraphicFramePr>
        <p:xfrm>
          <a:off x="457200" y="2362197"/>
          <a:ext cx="8229600" cy="26517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3044">
                <a:tc>
                  <a:txBody>
                    <a:bodyPr/>
                    <a:lstStyle/>
                    <a:p>
                      <a:r>
                        <a:rPr lang="en-US" sz="2400" b="1" dirty="0"/>
                        <a:t>SDLC Phase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Team Members Responsible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044">
                <a:tc>
                  <a:txBody>
                    <a:bodyPr/>
                    <a:lstStyle/>
                    <a:p>
                      <a:r>
                        <a:rPr lang="en-US" sz="2400" b="1" dirty="0"/>
                        <a:t>Requirement Gathering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Iman, Sana, Ayesha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044">
                <a:tc>
                  <a:txBody>
                    <a:bodyPr/>
                    <a:lstStyle/>
                    <a:p>
                      <a:r>
                        <a:rPr lang="en-US" sz="2400" b="1" dirty="0"/>
                        <a:t>Design Phase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Iman, Sana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044">
                <a:tc>
                  <a:txBody>
                    <a:bodyPr/>
                    <a:lstStyle/>
                    <a:p>
                      <a:r>
                        <a:rPr lang="en-US" sz="2400" b="1"/>
                        <a:t>Implementation / Development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Iman, Sana, Ayesha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044">
                <a:tc>
                  <a:txBody>
                    <a:bodyPr/>
                    <a:lstStyle/>
                    <a:p>
                      <a:r>
                        <a:rPr lang="en-US" sz="2400" b="1"/>
                        <a:t>Testing Phase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Iman, Ayesha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76200"/>
            <a:ext cx="8229600" cy="1143000"/>
          </a:xfrm>
        </p:spPr>
        <p:txBody>
          <a:bodyPr/>
          <a:lstStyle/>
          <a:p>
            <a:r>
              <a:rPr lang="en-US" dirty="0"/>
              <a:t>Endeavour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008" y="914400"/>
            <a:ext cx="8229600" cy="4525963"/>
          </a:xfrm>
        </p:spPr>
        <p:txBody>
          <a:bodyPr/>
          <a:lstStyle/>
          <a:p>
            <a:r>
              <a:rPr lang="en-US" dirty="0"/>
              <a:t>Describe your software development process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81000" y="1600200"/>
            <a:ext cx="77724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Design / Sprint Planning: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 System architecture, database schemas, UML diagrams per sprint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Implementation / Coding: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 Frontend &amp; backend development iteratively; modules integrated continuously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Requirement Analysis / Backlog Creation: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 Gather requirements, create use cases, maintain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Testing: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 Manual testing of features and workflows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Deployment / Sprint Release: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 Server setup, database integration, version control via GitHub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Maintenance / Iterative Improvement: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 Post-deployment bug fixes, updates, and enhancements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Endeavour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424" y="12954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Describe your way of working as a team</a:t>
            </a:r>
          </a:p>
          <a:p>
            <a:r>
              <a:rPr lang="en-US" sz="2400" b="1" dirty="0"/>
              <a:t>Communication Tools: </a:t>
            </a:r>
            <a:r>
              <a:rPr lang="en-US" sz="2400" dirty="0"/>
              <a:t> Zoom for meetings, Physical meetings ,  WhatsApp for quick updates</a:t>
            </a:r>
          </a:p>
          <a:p>
            <a:r>
              <a:rPr lang="en-US" sz="2400" b="1" dirty="0"/>
              <a:t>Task Management:</a:t>
            </a:r>
            <a:r>
              <a:rPr lang="en-US" sz="2400" dirty="0"/>
              <a:t> </a:t>
            </a:r>
            <a:r>
              <a:rPr lang="en-US" sz="2400" dirty="0" err="1"/>
              <a:t>ClickUp</a:t>
            </a:r>
            <a:r>
              <a:rPr lang="en-US" sz="2400" dirty="0"/>
              <a:t> for assigning and tracking tasks</a:t>
            </a:r>
          </a:p>
          <a:p>
            <a:r>
              <a:rPr lang="en-US" sz="2400" b="1" dirty="0"/>
              <a:t>Version Control:</a:t>
            </a:r>
            <a:r>
              <a:rPr lang="en-US" sz="2400" dirty="0"/>
              <a:t> GitHub repository for code collaboration</a:t>
            </a:r>
          </a:p>
          <a:p>
            <a:r>
              <a:rPr lang="en-US" sz="2400" b="1" dirty="0"/>
              <a:t>Collaboration:</a:t>
            </a:r>
            <a:r>
              <a:rPr lang="en-US" sz="2400" dirty="0"/>
              <a:t> Equal responsibility sharing, peer reviews, daily/weekly check-ins</a:t>
            </a:r>
          </a:p>
          <a:p>
            <a:r>
              <a:rPr lang="en-US" sz="2400" b="1" dirty="0"/>
              <a:t>Workflow:</a:t>
            </a:r>
            <a:r>
              <a:rPr lang="en-US" sz="2400" dirty="0"/>
              <a:t> Plan → Design → Develop → Test → Deploy → Maintain</a:t>
            </a:r>
          </a:p>
          <a:p>
            <a:r>
              <a:rPr lang="en-US" sz="2400" b="1" dirty="0"/>
              <a:t>Physical meetings: </a:t>
            </a:r>
            <a:r>
              <a:rPr lang="en-US" sz="2400" dirty="0"/>
              <a:t>Regular physical meetings were conducted at the university</a:t>
            </a:r>
            <a:r>
              <a:rPr lang="en-US" sz="2000" dirty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NEXT STEPS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57200" y="132398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Work Breakdown Structure</a:t>
            </a:r>
            <a:br>
              <a:rPr lang="en-US" dirty="0"/>
            </a:br>
            <a:r>
              <a:rPr lang="en-US" sz="1400" dirty="0"/>
              <a:t>(List of all Deliverables / Strikethrough Completed Deliverables)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181600" y="1376998"/>
            <a:ext cx="3505200" cy="4525963"/>
          </a:xfrm>
        </p:spPr>
        <p:txBody>
          <a:bodyPr/>
          <a:lstStyle/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System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Authentication module 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Community/User module 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Researcher module 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AI Model 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Admin Module</a:t>
            </a:r>
          </a:p>
        </p:txBody>
      </p:sp>
      <p:sp>
        <p:nvSpPr>
          <p:cNvPr id="3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457200" y="1346220"/>
            <a:ext cx="4845750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Reports &amp; Documentation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strike="sng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sng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Literature</a:t>
            </a:r>
            <a:r>
              <a:rPr kumimoji="0" lang="en-US" altLang="en-US" sz="2400" b="0" i="0" u="none" strike="sng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sng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Survey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sng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Analysis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sng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Design 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</a:t>
            </a:r>
            <a:r>
              <a:rPr lang="en-US" sz="2400" dirty="0"/>
              <a:t>(in progress)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&amp; Evaluation(in</a:t>
            </a:r>
            <a:r>
              <a:rPr kumimoji="0" lang="en-US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Progress)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 &amp; Outlook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Challenges</a:t>
            </a:r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914400" y="1424099"/>
            <a:ext cx="7660641" cy="3359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/>
              <a:t>No benchmark or reference model made system design and structuring more challenging.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/>
              <a:t>Confusion arose due to inconsistent role names between the handbook and university.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 err="1"/>
              <a:t>e.g</a:t>
            </a:r>
            <a:r>
              <a:rPr lang="en-US" sz="2400" dirty="0"/>
              <a:t> : Handbook used coordinators instead of FYP </a:t>
            </a:r>
            <a:r>
              <a:rPr lang="en-US" sz="2400" dirty="0" err="1"/>
              <a:t>Incharge</a:t>
            </a:r>
            <a:r>
              <a:rPr lang="en-US" sz="2400" dirty="0"/>
              <a:t>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Prototype &amp; Report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Report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/>
              <a:t>Chapter 1: Introduction</a:t>
            </a:r>
          </a:p>
          <a:p>
            <a:pPr eaLnBrk="1" hangingPunct="1"/>
            <a:r>
              <a:rPr lang="en-US" sz="2400" dirty="0"/>
              <a:t>Chapter 2: Literature / Market Survey</a:t>
            </a:r>
          </a:p>
          <a:p>
            <a:pPr eaLnBrk="1" hangingPunct="1"/>
            <a:r>
              <a:rPr lang="en-US" sz="2400" dirty="0"/>
              <a:t>Chapter 3: Requirement Analysis</a:t>
            </a:r>
          </a:p>
          <a:p>
            <a:pPr eaLnBrk="1" hangingPunct="1"/>
            <a:r>
              <a:rPr lang="en-US" sz="2400" dirty="0"/>
              <a:t>Chapter 4: System Design</a:t>
            </a:r>
          </a:p>
          <a:p>
            <a:pPr eaLnBrk="1" hangingPunct="1"/>
            <a:r>
              <a:rPr lang="en-US" sz="2400" dirty="0"/>
              <a:t>Chapter 5: Implementation</a:t>
            </a:r>
          </a:p>
          <a:p>
            <a:pPr eaLnBrk="1" hangingPunct="1"/>
            <a:r>
              <a:rPr lang="en-US" sz="2400" dirty="0"/>
              <a:t>Chapter 6: Testing &amp; Evaluations</a:t>
            </a:r>
          </a:p>
          <a:p>
            <a:pPr eaLnBrk="1" hangingPunct="1"/>
            <a:r>
              <a:rPr lang="en-US" sz="2400" dirty="0"/>
              <a:t>Chapter 7: Conclusion &amp; Outlook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1208</Words>
  <Application>Microsoft Office PowerPoint</Application>
  <PresentationFormat>On-screen Show (4:3)</PresentationFormat>
  <Paragraphs>223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Times New Roman</vt:lpstr>
      <vt:lpstr>Wingdings</vt:lpstr>
      <vt:lpstr>Office Theme</vt:lpstr>
      <vt:lpstr>Senior Design Project</vt:lpstr>
      <vt:lpstr>Project Team</vt:lpstr>
      <vt:lpstr>Table of Content</vt:lpstr>
      <vt:lpstr>Opportunity &amp; Stakeholders</vt:lpstr>
      <vt:lpstr>Opportunity &amp; Stakeholders</vt:lpstr>
      <vt:lpstr>Stakeholders</vt:lpstr>
      <vt:lpstr>Solution</vt:lpstr>
      <vt:lpstr>PROGRESS REPORT Summary</vt:lpstr>
      <vt:lpstr>Requirements</vt:lpstr>
      <vt:lpstr>Specification / Documentation</vt:lpstr>
      <vt:lpstr>Users</vt:lpstr>
      <vt:lpstr>Use Cases </vt:lpstr>
      <vt:lpstr>UseCases</vt:lpstr>
      <vt:lpstr>Requirements</vt:lpstr>
      <vt:lpstr>Requirements</vt:lpstr>
      <vt:lpstr>Requirements</vt:lpstr>
      <vt:lpstr>Deployment Diagram</vt:lpstr>
      <vt:lpstr>Design</vt:lpstr>
      <vt:lpstr>Implementation</vt:lpstr>
      <vt:lpstr>Implementation</vt:lpstr>
      <vt:lpstr>Implementation</vt:lpstr>
      <vt:lpstr>Testing</vt:lpstr>
      <vt:lpstr>Endeavour</vt:lpstr>
      <vt:lpstr>Endeavour</vt:lpstr>
      <vt:lpstr>Endeavour</vt:lpstr>
      <vt:lpstr>Endeavour</vt:lpstr>
      <vt:lpstr>NEXT STEPS</vt:lpstr>
      <vt:lpstr>Work Breakdown Structure (List of all Deliverables / Strikethrough Completed Deliverables)</vt:lpstr>
      <vt:lpstr>Challenges</vt:lpstr>
      <vt:lpstr>Prototype &amp; Report</vt:lpstr>
      <vt:lpstr>Report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Proposal</dc:title>
  <dc:creator>Khan</dc:creator>
  <cp:lastModifiedBy>Ayesha</cp:lastModifiedBy>
  <cp:revision>84</cp:revision>
  <dcterms:created xsi:type="dcterms:W3CDTF">2013-01-22T07:04:00Z</dcterms:created>
  <dcterms:modified xsi:type="dcterms:W3CDTF">2025-11-14T13:58:10Z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07A03C2D8D4D40099672ACAB0C10DC41_12</vt:lpwstr>
  </property>
  <property fmtid="{D5CDD505-2E9C-101B-9397-08002B2CF9AE}" pid="3" name="KSOProductBuildVer">
    <vt:lpwstr>1033-12.2.0.23155</vt:lpwstr>
  </property>
</Properties>
</file>