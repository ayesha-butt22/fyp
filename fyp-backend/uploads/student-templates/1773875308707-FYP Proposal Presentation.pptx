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3" r:id="rId9"/>
    <p:sldId id="274" r:id="rId10"/>
    <p:sldId id="263" r:id="rId11"/>
    <p:sldId id="264" r:id="rId12"/>
    <p:sldId id="267" r:id="rId13"/>
    <p:sldId id="268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BD1BBD4-8859-411C-B1C5-56CA80BED60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B75AE2D-BBE2-4BA9-A4A0-690D2348FA9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0749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BBD4-8859-411C-B1C5-56CA80BED60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5AE2D-BBE2-4BA9-A4A0-690D2348F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006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BBD4-8859-411C-B1C5-56CA80BED60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5AE2D-BBE2-4BA9-A4A0-690D2348FA9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1647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BBD4-8859-411C-B1C5-56CA80BED60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5AE2D-BBE2-4BA9-A4A0-690D2348F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251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BBD4-8859-411C-B1C5-56CA80BED60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5AE2D-BBE2-4BA9-A4A0-690D2348FA99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3769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BBD4-8859-411C-B1C5-56CA80BED60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5AE2D-BBE2-4BA9-A4A0-690D2348FA9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8717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BBD4-8859-411C-B1C5-56CA80BED60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5AE2D-BBE2-4BA9-A4A0-690D2348F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08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BBD4-8859-411C-B1C5-56CA80BED60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5AE2D-BBE2-4BA9-A4A0-690D2348FA9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2909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BBD4-8859-411C-B1C5-56CA80BED60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5AE2D-BBE2-4BA9-A4A0-690D2348F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680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BBD4-8859-411C-B1C5-56CA80BED60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5AE2D-BBE2-4BA9-A4A0-690D2348F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059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BBD4-8859-411C-B1C5-56CA80BED60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5AE2D-BBE2-4BA9-A4A0-690D2348FA9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8774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BBD4-8859-411C-B1C5-56CA80BED60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5AE2D-BBE2-4BA9-A4A0-690D2348FA9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21346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BBD4-8859-411C-B1C5-56CA80BED60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5AE2D-BBE2-4BA9-A4A0-690D2348F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8255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BBD4-8859-411C-B1C5-56CA80BED60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5AE2D-BBE2-4BA9-A4A0-690D2348FA9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49399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BBD4-8859-411C-B1C5-56CA80BED60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5AE2D-BBE2-4BA9-A4A0-690D2348FA9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76712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BBD4-8859-411C-B1C5-56CA80BED60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5AE2D-BBE2-4BA9-A4A0-690D2348FA9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25234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BBD4-8859-411C-B1C5-56CA80BED60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5AE2D-BBE2-4BA9-A4A0-690D2348FA9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4752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BD1BBD4-8859-411C-B1C5-56CA80BED60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B75AE2D-BBE2-4BA9-A4A0-690D2348F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157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  <p:sldLayoutId id="214748377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47741" y="1133340"/>
            <a:ext cx="8036417" cy="1081825"/>
          </a:xfrm>
        </p:spPr>
        <p:txBody>
          <a:bodyPr>
            <a:normAutofit/>
          </a:bodyPr>
          <a:lstStyle/>
          <a:p>
            <a:r>
              <a:rPr lang="en-US" sz="5000" b="1" dirty="0"/>
              <a:t>FYP Proposal Presentation</a:t>
            </a:r>
            <a:endParaRPr lang="en-US" sz="5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781837"/>
            <a:ext cx="9144000" cy="3129567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 Seating Management System (ESMS)</a:t>
            </a:r>
            <a:endParaRPr lang="en-US" sz="20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Developed by:</a:t>
            </a:r>
            <a:r>
              <a:rPr lang="en-US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Aqeel Khan &amp; Syed </a:t>
            </a:r>
            <a:r>
              <a:rPr lang="en-US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Tabish</a:t>
            </a:r>
            <a:r>
              <a:rPr lang="en-US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Ali</a:t>
            </a:r>
            <a:br>
              <a:rPr lang="en-US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Supervised by:</a:t>
            </a:r>
            <a:r>
              <a:rPr lang="en-US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Dr. </a:t>
            </a:r>
            <a:r>
              <a:rPr lang="en-US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Kashif</a:t>
            </a:r>
            <a:r>
              <a:rPr lang="en-US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Rizwan</a:t>
            </a:r>
            <a:r>
              <a:rPr lang="en-US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Coordinator:</a:t>
            </a:r>
            <a:r>
              <a:rPr lang="en-US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Mr. Khawaja Tahir </a:t>
            </a:r>
            <a:r>
              <a:rPr lang="en-US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Mehmood</a:t>
            </a:r>
            <a:r>
              <a:rPr lang="en-US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 of Computer Science – FUUAST, Islamabad</a:t>
            </a:r>
            <a:endParaRPr lang="en-US" sz="20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266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2762043"/>
          </a:xfrm>
        </p:spPr>
        <p:txBody>
          <a:bodyPr/>
          <a:lstStyle/>
          <a:p>
            <a:pPr lvl="0"/>
            <a:r>
              <a:rPr lang="en-US" dirty="0"/>
              <a:t>The current exam seating process in universities is mostly </a:t>
            </a:r>
            <a:r>
              <a:rPr lang="en-US" b="1" dirty="0"/>
              <a:t>manual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Leads to errors: duplicate seat numbers, overlapping schedules, and confusion.</a:t>
            </a:r>
          </a:p>
          <a:p>
            <a:pPr lvl="0"/>
            <a:r>
              <a:rPr lang="en-US" dirty="0"/>
              <a:t>Our system automates this entire process.</a:t>
            </a:r>
          </a:p>
          <a:p>
            <a:pPr lvl="0"/>
            <a:r>
              <a:rPr lang="en-US" dirty="0"/>
              <a:t>Ensures </a:t>
            </a:r>
            <a:r>
              <a:rPr lang="en-US" b="1" dirty="0"/>
              <a:t>accuracy, transparency, and time efficiency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633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Manual seat allocation causes:</a:t>
            </a:r>
            <a:endParaRPr lang="en-US" sz="2000" dirty="0"/>
          </a:p>
          <a:p>
            <a:pPr lvl="1"/>
            <a:r>
              <a:rPr lang="en-US" dirty="0"/>
              <a:t>Overlapping exam schedules</a:t>
            </a:r>
            <a:endParaRPr lang="en-US" sz="1800" dirty="0"/>
          </a:p>
          <a:p>
            <a:pPr lvl="1"/>
            <a:r>
              <a:rPr lang="en-US" dirty="0"/>
              <a:t>Duplicate seat assignments</a:t>
            </a:r>
            <a:endParaRPr lang="en-US" sz="1800" dirty="0"/>
          </a:p>
          <a:p>
            <a:pPr lvl="1"/>
            <a:r>
              <a:rPr lang="en-US" dirty="0"/>
              <a:t>Human errors and inefficiency</a:t>
            </a:r>
            <a:endParaRPr lang="en-US" sz="1800" dirty="0"/>
          </a:p>
          <a:p>
            <a:pPr lvl="1"/>
            <a:r>
              <a:rPr lang="en-US" dirty="0"/>
              <a:t>Difficulty managing hall capacities</a:t>
            </a:r>
            <a:endParaRPr lang="en-US" sz="1800" dirty="0"/>
          </a:p>
          <a:p>
            <a:pPr lvl="0"/>
            <a:r>
              <a:rPr lang="en-US" dirty="0"/>
              <a:t>Need for an </a:t>
            </a:r>
            <a:r>
              <a:rPr lang="en-US" b="1" dirty="0"/>
              <a:t>automated web-based system</a:t>
            </a:r>
            <a:r>
              <a:rPr lang="en-US" dirty="0"/>
              <a:t> to handle seating arrangements smartly.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673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Proposed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US" dirty="0"/>
              <a:t>A </a:t>
            </a:r>
            <a:r>
              <a:rPr lang="en-US" b="1" dirty="0"/>
              <a:t>web application</a:t>
            </a:r>
            <a:r>
              <a:rPr lang="en-US" dirty="0"/>
              <a:t> that automates exam scheduling</a:t>
            </a:r>
            <a:r>
              <a:rPr lang="en-US" dirty="0" smtClean="0"/>
              <a:t>,</a:t>
            </a:r>
          </a:p>
          <a:p>
            <a:pPr marL="0" lvl="0" indent="0">
              <a:buNone/>
            </a:pPr>
            <a:r>
              <a:rPr lang="en-US" dirty="0" smtClean="0"/>
              <a:t>     seat allocation, and </a:t>
            </a:r>
            <a:r>
              <a:rPr lang="en-US" dirty="0"/>
              <a:t>hall management.</a:t>
            </a:r>
            <a:endParaRPr lang="en-US" sz="2000" dirty="0"/>
          </a:p>
          <a:p>
            <a:pPr lvl="0"/>
            <a:r>
              <a:rPr lang="en-US" dirty="0"/>
              <a:t>Key Features:</a:t>
            </a:r>
            <a:endParaRPr lang="en-US" sz="2000" dirty="0"/>
          </a:p>
          <a:p>
            <a:pPr lvl="1"/>
            <a:r>
              <a:rPr lang="en-US" dirty="0"/>
              <a:t>Auto seat allocation</a:t>
            </a:r>
            <a:endParaRPr lang="en-US" sz="1800" dirty="0"/>
          </a:p>
          <a:p>
            <a:pPr lvl="1"/>
            <a:r>
              <a:rPr lang="en-US" dirty="0"/>
              <a:t>Clash detection</a:t>
            </a:r>
            <a:endParaRPr lang="en-US" sz="1800" dirty="0"/>
          </a:p>
          <a:p>
            <a:pPr lvl="1"/>
            <a:r>
              <a:rPr lang="en-US" dirty="0"/>
              <a:t>Invigilator duty assignment</a:t>
            </a:r>
            <a:endParaRPr lang="en-US" sz="1800" dirty="0"/>
          </a:p>
          <a:p>
            <a:pPr lvl="1"/>
            <a:r>
              <a:rPr lang="en-US" dirty="0"/>
              <a:t>Admit-card generation</a:t>
            </a:r>
            <a:endParaRPr lang="en-US" sz="1800" dirty="0"/>
          </a:p>
          <a:p>
            <a:pPr lvl="1"/>
            <a:r>
              <a:rPr lang="en-US" dirty="0"/>
              <a:t>Email notifications for students</a:t>
            </a:r>
            <a:endParaRPr lang="en-US" sz="1800" dirty="0"/>
          </a:p>
          <a:p>
            <a:pPr lvl="0"/>
            <a:r>
              <a:rPr lang="en-US" dirty="0"/>
              <a:t>Supports </a:t>
            </a:r>
            <a:r>
              <a:rPr lang="en-US" b="1" dirty="0"/>
              <a:t>Admin, Invigilator, and Student</a:t>
            </a:r>
            <a:r>
              <a:rPr lang="en-US" dirty="0"/>
              <a:t> roles</a:t>
            </a:r>
            <a:r>
              <a:rPr lang="en-US" dirty="0" smtClean="0"/>
              <a:t>.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3837" y="2743199"/>
            <a:ext cx="3837367" cy="325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54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2929468"/>
          </a:xfrm>
        </p:spPr>
        <p:txBody>
          <a:bodyPr/>
          <a:lstStyle/>
          <a:p>
            <a:pPr lvl="0"/>
            <a:r>
              <a:rPr lang="en-US" dirty="0"/>
              <a:t>Reduce manual workload and human error.</a:t>
            </a:r>
          </a:p>
          <a:p>
            <a:pPr lvl="0"/>
            <a:r>
              <a:rPr lang="en-US" dirty="0"/>
              <a:t>Automate clash detection and hall allocation.</a:t>
            </a:r>
          </a:p>
          <a:p>
            <a:pPr lvl="0"/>
            <a:r>
              <a:rPr lang="en-US" dirty="0"/>
              <a:t>Provide digital admit cards with QR/barcode.</a:t>
            </a:r>
          </a:p>
          <a:p>
            <a:pPr lvl="0"/>
            <a:r>
              <a:rPr lang="en-US" dirty="0"/>
              <a:t>Ensure fair and transparent seat distribution.</a:t>
            </a:r>
          </a:p>
          <a:p>
            <a:pPr lvl="0"/>
            <a:r>
              <a:rPr lang="en-US" dirty="0"/>
              <a:t>Generate real-time reports and attendance sheets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874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25" y="553616"/>
            <a:ext cx="4508676" cy="721391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Table 1.1: Survey Analysis</a:t>
            </a:r>
          </a:p>
        </p:txBody>
      </p:sp>
      <p:pic>
        <p:nvPicPr>
          <p:cNvPr id="5" name="table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1" y="1208622"/>
            <a:ext cx="9303325" cy="493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743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3"/>
            <a:ext cx="9445578" cy="1168640"/>
          </a:xfrm>
        </p:spPr>
        <p:txBody>
          <a:bodyPr/>
          <a:lstStyle/>
          <a:p>
            <a:pPr algn="l"/>
            <a:r>
              <a:rPr lang="en-US" b="1" dirty="0"/>
              <a:t>Modules and Sub-Modules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82690"/>
            <a:ext cx="9601196" cy="3318936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User &amp; Role Management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Admin – Creates exam schedules, seating plans, and manages invigilators</a:t>
            </a:r>
            <a:br>
              <a:rPr lang="en-US" dirty="0"/>
            </a:br>
            <a:r>
              <a:rPr lang="en-US" dirty="0"/>
              <a:t>• Invigilator – Views assigned halls and marks attendance</a:t>
            </a:r>
            <a:br>
              <a:rPr lang="en-US" dirty="0"/>
            </a:br>
            <a:r>
              <a:rPr lang="en-US" dirty="0"/>
              <a:t>• Student – Views seat number and exam slip</a:t>
            </a:r>
          </a:p>
          <a:p>
            <a:r>
              <a:rPr lang="en-US" b="1" dirty="0"/>
              <a:t>Program &amp; Course Management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Program Details – e.g., BS Computer Science</a:t>
            </a:r>
            <a:br>
              <a:rPr lang="en-US" dirty="0"/>
            </a:br>
            <a:r>
              <a:rPr lang="en-US" dirty="0"/>
              <a:t>• Course Details – Course code, title, semester, teacher</a:t>
            </a:r>
            <a:br>
              <a:rPr lang="en-US" dirty="0"/>
            </a:br>
            <a:r>
              <a:rPr lang="en-US" dirty="0"/>
              <a:t>• Teacher Mapping – Links each course to a department teacher</a:t>
            </a:r>
          </a:p>
          <a:p>
            <a:r>
              <a:rPr lang="en-US" b="1" dirty="0"/>
              <a:t>Student Information Management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Student Profile – Roll number, name, semester, section</a:t>
            </a:r>
            <a:br>
              <a:rPr lang="en-US" dirty="0"/>
            </a:br>
            <a:r>
              <a:rPr lang="en-US" dirty="0"/>
              <a:t>• Registered Courses – Courses enrolled by the student</a:t>
            </a:r>
            <a:br>
              <a:rPr lang="en-US" dirty="0"/>
            </a:br>
            <a:r>
              <a:rPr lang="en-US" dirty="0"/>
              <a:t>• Special Flags – e.g., Improvement, Supply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269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2" y="824248"/>
            <a:ext cx="9601196" cy="5228824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 smtClean="0"/>
              <a:t>Date </a:t>
            </a:r>
            <a:r>
              <a:rPr lang="en-US" b="1" dirty="0"/>
              <a:t>Sheet Management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Create/Edit</a:t>
            </a:r>
            <a:br>
              <a:rPr lang="en-US" dirty="0"/>
            </a:br>
            <a:r>
              <a:rPr lang="en-US" dirty="0"/>
              <a:t>• Clash Detection</a:t>
            </a:r>
            <a:br>
              <a:rPr lang="en-US" dirty="0"/>
            </a:br>
            <a:r>
              <a:rPr lang="en-US" dirty="0"/>
              <a:t>• Department Scheduling</a:t>
            </a:r>
            <a:br>
              <a:rPr lang="en-US" dirty="0"/>
            </a:br>
            <a:r>
              <a:rPr lang="en-US" dirty="0"/>
              <a:t>• Dynamic Updates</a:t>
            </a:r>
            <a:br>
              <a:rPr lang="en-US" dirty="0"/>
            </a:br>
            <a:r>
              <a:rPr lang="en-US" dirty="0"/>
              <a:t>• Export/Notify</a:t>
            </a:r>
            <a:br>
              <a:rPr lang="en-US" dirty="0"/>
            </a:br>
            <a:r>
              <a:rPr lang="en-US" dirty="0"/>
              <a:t>• Seating Integration</a:t>
            </a:r>
          </a:p>
          <a:p>
            <a:r>
              <a:rPr lang="en-US" b="1" dirty="0"/>
              <a:t>Subject Exam Overlap Management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Check for Exam Clashes</a:t>
            </a:r>
            <a:br>
              <a:rPr lang="en-US" dirty="0"/>
            </a:br>
            <a:r>
              <a:rPr lang="en-US" dirty="0"/>
              <a:t>• Rules for Rescheduling (Same-Time Exams)</a:t>
            </a:r>
            <a:br>
              <a:rPr lang="en-US" dirty="0"/>
            </a:br>
            <a:r>
              <a:rPr lang="en-US" dirty="0"/>
              <a:t>• Create/Edit Exam Schedule</a:t>
            </a:r>
            <a:br>
              <a:rPr lang="en-US" dirty="0"/>
            </a:br>
            <a:r>
              <a:rPr lang="en-US" dirty="0"/>
              <a:t>• Morning/Evening Sessions</a:t>
            </a:r>
            <a:br>
              <a:rPr lang="en-US" dirty="0"/>
            </a:br>
            <a:r>
              <a:rPr lang="en-US" dirty="0"/>
              <a:t>• Generate Clash Report</a:t>
            </a:r>
          </a:p>
          <a:p>
            <a:r>
              <a:rPr lang="en-US" b="1" dirty="0"/>
              <a:t>Exam Hall &amp; Seating Management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Define Halls (Name, Capacity, Layout)</a:t>
            </a:r>
            <a:br>
              <a:rPr lang="en-US" dirty="0"/>
            </a:br>
            <a:r>
              <a:rPr lang="en-US" dirty="0"/>
              <a:t>• Mark Reserved/Blocked Seats</a:t>
            </a:r>
            <a:br>
              <a:rPr lang="en-US" dirty="0"/>
            </a:br>
            <a:r>
              <a:rPr lang="en-US" dirty="0"/>
              <a:t>• Seat Numbering Structure</a:t>
            </a:r>
          </a:p>
          <a:p>
            <a:r>
              <a:rPr lang="en-US" b="1" dirty="0"/>
              <a:t>Seating Plan Generation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Auto-Allocation by Subjects/Sections</a:t>
            </a:r>
            <a:br>
              <a:rPr lang="en-US" dirty="0"/>
            </a:br>
            <a:r>
              <a:rPr lang="en-US" dirty="0"/>
              <a:t>• Prevent Same-Subject Adjacency</a:t>
            </a:r>
            <a:br>
              <a:rPr lang="en-US" dirty="0"/>
            </a:br>
            <a:r>
              <a:rPr lang="en-US" dirty="0"/>
              <a:t>• Manual Adjustment Option</a:t>
            </a:r>
            <a:br>
              <a:rPr lang="en-US" dirty="0"/>
            </a:br>
            <a:r>
              <a:rPr lang="en-US" dirty="0"/>
              <a:t>• Generate Seating Reports</a:t>
            </a:r>
          </a:p>
        </p:txBody>
      </p:sp>
    </p:spTree>
    <p:extLst>
      <p:ext uri="{BB962C8B-B14F-4D97-AF65-F5344CB8AC3E}">
        <p14:creationId xmlns:p14="http://schemas.microsoft.com/office/powerpoint/2010/main" val="45267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Invigilator Duty Management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Assign Invigilators per hall/session</a:t>
            </a:r>
            <a:br>
              <a:rPr lang="en-US" dirty="0"/>
            </a:br>
            <a:r>
              <a:rPr lang="en-US" dirty="0"/>
              <a:t>• Avoid Double-Duty Conflicts</a:t>
            </a:r>
            <a:br>
              <a:rPr lang="en-US" dirty="0"/>
            </a:br>
            <a:r>
              <a:rPr lang="en-US" dirty="0"/>
              <a:t>• Duty Roster and Attendance Report</a:t>
            </a:r>
          </a:p>
          <a:p>
            <a:r>
              <a:rPr lang="en-US" b="1" dirty="0"/>
              <a:t>Exam Slip / Admit Card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Auto-generate Slips with roll number, hall, seat number, subject, and timing</a:t>
            </a:r>
            <a:br>
              <a:rPr lang="en-US" dirty="0"/>
            </a:br>
            <a:r>
              <a:rPr lang="en-US" dirty="0"/>
              <a:t>• QR/Barcode Integration for quick verification</a:t>
            </a:r>
            <a:br>
              <a:rPr lang="en-US" dirty="0"/>
            </a:br>
            <a:r>
              <a:rPr lang="en-US" dirty="0"/>
              <a:t>• PDF Sheets for Attendance</a:t>
            </a:r>
            <a:br>
              <a:rPr lang="en-US" dirty="0"/>
            </a:br>
            <a:r>
              <a:rPr lang="en-US" dirty="0"/>
              <a:t>• Email Notifications to Students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412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System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3-Tier Architecture</a:t>
            </a:r>
            <a:endParaRPr lang="en-US" sz="2000" dirty="0"/>
          </a:p>
          <a:p>
            <a:pPr lvl="1"/>
            <a:r>
              <a:rPr lang="en-US" b="1" dirty="0"/>
              <a:t>Frontend:</a:t>
            </a:r>
            <a:r>
              <a:rPr lang="en-US" dirty="0"/>
              <a:t> React JS + CSS</a:t>
            </a:r>
            <a:endParaRPr lang="en-US" sz="1800" dirty="0"/>
          </a:p>
          <a:p>
            <a:pPr lvl="1"/>
            <a:r>
              <a:rPr lang="en-US" b="1" dirty="0"/>
              <a:t>Backend:</a:t>
            </a:r>
            <a:r>
              <a:rPr lang="en-US" dirty="0"/>
              <a:t> Node JS + Express</a:t>
            </a:r>
            <a:endParaRPr lang="en-US" sz="1800" dirty="0"/>
          </a:p>
          <a:p>
            <a:pPr lvl="1"/>
            <a:r>
              <a:rPr lang="en-US" b="1" dirty="0"/>
              <a:t>Database:</a:t>
            </a:r>
            <a:r>
              <a:rPr lang="en-US" dirty="0"/>
              <a:t> MySQL / </a:t>
            </a:r>
            <a:r>
              <a:rPr lang="en-US" dirty="0" err="1"/>
              <a:t>MongoDB</a:t>
            </a:r>
            <a:endParaRPr lang="en-US" sz="1800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3976" y="2665927"/>
            <a:ext cx="5266923" cy="320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267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 Primary Actors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Admin / Exam Controller</a:t>
            </a:r>
            <a:r>
              <a:rPr lang="en-US" dirty="0"/>
              <a:t> – Creates schedules, seating plans.</a:t>
            </a:r>
          </a:p>
          <a:p>
            <a:pPr lvl="0"/>
            <a:r>
              <a:rPr lang="en-US" b="1" dirty="0"/>
              <a:t>Invigilator</a:t>
            </a:r>
            <a:r>
              <a:rPr lang="en-US" dirty="0"/>
              <a:t> – Marks attendance and checks assigned halls.</a:t>
            </a:r>
          </a:p>
          <a:p>
            <a:pPr lvl="0"/>
            <a:r>
              <a:rPr lang="en-US" b="1" dirty="0"/>
              <a:t>Student</a:t>
            </a:r>
            <a:r>
              <a:rPr lang="en-US" dirty="0"/>
              <a:t> – Views seat number and downloads exam slip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942" y="4082603"/>
            <a:ext cx="5859351" cy="179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724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Tools and Technologies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295400" y="3464751"/>
          <a:ext cx="9601200" cy="15032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800600"/>
                <a:gridCol w="4800600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Category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Tools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Frontend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React JS, CSS, Bootstrap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Backend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Node JS, Express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Database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MySQL / MongoDB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IDE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VS Code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Version Control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GitHub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Deployment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Shared Hosting / </a:t>
                      </a:r>
                      <a:r>
                        <a:rPr lang="en-US" sz="1200" dirty="0" err="1">
                          <a:effectLst/>
                        </a:rPr>
                        <a:t>Localhost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6203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Process Model and Design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Model Used:</a:t>
            </a:r>
            <a:r>
              <a:rPr lang="en-US" dirty="0"/>
              <a:t> RUP (Rational Unified Process</a:t>
            </a:r>
            <a:r>
              <a:rPr lang="en-US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33008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888643"/>
            <a:ext cx="9601196" cy="3825026"/>
          </a:xfrm>
        </p:spPr>
        <p:txBody>
          <a:bodyPr>
            <a:normAutofit/>
          </a:bodyPr>
          <a:lstStyle/>
          <a:p>
            <a:r>
              <a:rPr lang="en-US" sz="6700" b="1" dirty="0" smtClean="0"/>
              <a:t>Any Question </a:t>
            </a:r>
            <a:r>
              <a:rPr lang="en-US" sz="6700" b="1" dirty="0"/>
              <a:t/>
            </a:r>
            <a:br>
              <a:rPr lang="en-US" sz="6700" b="1" dirty="0"/>
            </a:br>
            <a:r>
              <a:rPr lang="en-US" sz="6700" b="1" dirty="0" smtClean="0"/>
              <a:t>Thank </a:t>
            </a:r>
            <a:r>
              <a:rPr lang="en-US" sz="6700" b="1" dirty="0"/>
              <a:t>You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1394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1041</TotalTime>
  <Words>294</Words>
  <Application>Microsoft Office PowerPoint</Application>
  <PresentationFormat>Widescreen</PresentationFormat>
  <Paragraphs>69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Garamond</vt:lpstr>
      <vt:lpstr>Times New Roman</vt:lpstr>
      <vt:lpstr>Organic</vt:lpstr>
      <vt:lpstr>FYP Proposal Presentation</vt:lpstr>
      <vt:lpstr>Introduction</vt:lpstr>
      <vt:lpstr>Problem Statement</vt:lpstr>
      <vt:lpstr>Proposed System</vt:lpstr>
      <vt:lpstr>Objectives</vt:lpstr>
      <vt:lpstr>Table 1.1: Survey Analysis</vt:lpstr>
      <vt:lpstr>Modules and Sub-Modules</vt:lpstr>
      <vt:lpstr>PowerPoint Presentation</vt:lpstr>
      <vt:lpstr>PowerPoint Presentation</vt:lpstr>
      <vt:lpstr>System Architecture</vt:lpstr>
      <vt:lpstr> Primary Actors</vt:lpstr>
      <vt:lpstr>Tools and Technologies</vt:lpstr>
      <vt:lpstr>Process Model and Design Approach</vt:lpstr>
      <vt:lpstr>Any Question  Thank You 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FYP Proposal Presentation</dc:title>
  <dc:creator>PC</dc:creator>
  <cp:lastModifiedBy>PC</cp:lastModifiedBy>
  <cp:revision>18</cp:revision>
  <dcterms:created xsi:type="dcterms:W3CDTF">2025-10-21T17:45:43Z</dcterms:created>
  <dcterms:modified xsi:type="dcterms:W3CDTF">2025-11-03T21:50:49Z</dcterms:modified>
</cp:coreProperties>
</file>