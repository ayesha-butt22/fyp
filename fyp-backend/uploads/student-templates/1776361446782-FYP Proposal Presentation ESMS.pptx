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73" r:id="rId8"/>
    <p:sldId id="274" r:id="rId9"/>
    <p:sldId id="275" r:id="rId10"/>
    <p:sldId id="263" r:id="rId11"/>
    <p:sldId id="264" r:id="rId12"/>
    <p:sldId id="267" r:id="rId13"/>
    <p:sldId id="268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74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0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64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5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76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17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90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8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5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774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134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25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39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671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523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75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D1BBD4-8859-411C-B1C5-56CA80BED60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5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7741" y="1133340"/>
            <a:ext cx="8036417" cy="1081825"/>
          </a:xfrm>
        </p:spPr>
        <p:txBody>
          <a:bodyPr>
            <a:normAutofit/>
          </a:bodyPr>
          <a:lstStyle/>
          <a:p>
            <a:r>
              <a:rPr lang="en-US" sz="5000" b="1" dirty="0"/>
              <a:t>FYP Proposal Presentation</a:t>
            </a:r>
            <a:endParaRPr lang="en-US" sz="5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34194" y="2521131"/>
            <a:ext cx="8133806" cy="339027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 Seating Management System (ESMS)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Developed by: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Aqeel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Khan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Dr. </a:t>
            </a:r>
            <a:r>
              <a:rPr lang="en-US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Kashif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Rizwan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Coordinator: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Mr. Khawaja Tahir </a:t>
            </a:r>
            <a:r>
              <a:rPr lang="en-US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Mehmood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Science – FUUAST, Islamabad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266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2762043"/>
          </a:xfrm>
        </p:spPr>
        <p:txBody>
          <a:bodyPr/>
          <a:lstStyle/>
          <a:p>
            <a:pPr lvl="0"/>
            <a:r>
              <a:rPr lang="en-US" dirty="0"/>
              <a:t>The current exam seating process in universities is mostly </a:t>
            </a:r>
            <a:r>
              <a:rPr lang="en-US" b="1" dirty="0"/>
              <a:t>manual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Leads to errors: duplicate seat numbers, overlapping schedules, and confusion.</a:t>
            </a:r>
          </a:p>
          <a:p>
            <a:pPr lvl="0"/>
            <a:r>
              <a:rPr lang="en-US" dirty="0"/>
              <a:t>Our system automates this entire process.</a:t>
            </a:r>
          </a:p>
          <a:p>
            <a:pPr lvl="0"/>
            <a:r>
              <a:rPr lang="en-US" dirty="0"/>
              <a:t>Ensures </a:t>
            </a:r>
            <a:r>
              <a:rPr lang="en-US" b="1" dirty="0"/>
              <a:t>accuracy, transparency, and time efficiency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63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Manual seat allocation causes:</a:t>
            </a:r>
            <a:endParaRPr lang="en-US" sz="2000" dirty="0"/>
          </a:p>
          <a:p>
            <a:pPr lvl="1"/>
            <a:r>
              <a:rPr lang="en-US" dirty="0"/>
              <a:t>Overlapping exam schedules</a:t>
            </a:r>
            <a:endParaRPr lang="en-US" sz="1800" dirty="0"/>
          </a:p>
          <a:p>
            <a:pPr lvl="1"/>
            <a:r>
              <a:rPr lang="en-US" dirty="0"/>
              <a:t>Duplicate seat assignments</a:t>
            </a:r>
            <a:endParaRPr lang="en-US" sz="1800" dirty="0"/>
          </a:p>
          <a:p>
            <a:pPr lvl="1"/>
            <a:r>
              <a:rPr lang="en-US" dirty="0"/>
              <a:t>Human errors and inefficiency</a:t>
            </a:r>
            <a:endParaRPr lang="en-US" sz="1800" dirty="0"/>
          </a:p>
          <a:p>
            <a:pPr lvl="1"/>
            <a:r>
              <a:rPr lang="en-US" dirty="0"/>
              <a:t>Difficulty managing hall capacities</a:t>
            </a:r>
            <a:endParaRPr lang="en-US" sz="1800" dirty="0"/>
          </a:p>
          <a:p>
            <a:pPr lvl="0"/>
            <a:r>
              <a:rPr lang="en-US" dirty="0"/>
              <a:t>Need for an </a:t>
            </a:r>
            <a:r>
              <a:rPr lang="en-US" b="1" dirty="0"/>
              <a:t>automated web-based system</a:t>
            </a:r>
            <a:r>
              <a:rPr lang="en-US" dirty="0"/>
              <a:t> to handle seating arrangements smartly.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7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Proposed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A </a:t>
            </a:r>
            <a:r>
              <a:rPr lang="en-US" b="1" dirty="0"/>
              <a:t>web application</a:t>
            </a:r>
            <a:r>
              <a:rPr lang="en-US" dirty="0"/>
              <a:t> that automates exam scheduling</a:t>
            </a:r>
            <a:r>
              <a:rPr lang="en-US" dirty="0" smtClean="0"/>
              <a:t>,</a:t>
            </a:r>
          </a:p>
          <a:p>
            <a:pPr marL="0" lvl="0" indent="0">
              <a:buNone/>
            </a:pPr>
            <a:r>
              <a:rPr lang="en-US" dirty="0" smtClean="0"/>
              <a:t>     seat allocation, and </a:t>
            </a:r>
            <a:r>
              <a:rPr lang="en-US" dirty="0"/>
              <a:t>hall management.</a:t>
            </a:r>
            <a:endParaRPr lang="en-US" sz="2000" dirty="0"/>
          </a:p>
          <a:p>
            <a:pPr lvl="0"/>
            <a:r>
              <a:rPr lang="en-US" dirty="0"/>
              <a:t>Key Features:</a:t>
            </a:r>
            <a:endParaRPr lang="en-US" sz="2000" dirty="0"/>
          </a:p>
          <a:p>
            <a:pPr lvl="1"/>
            <a:r>
              <a:rPr lang="en-US" dirty="0"/>
              <a:t>Auto seat allocation</a:t>
            </a:r>
            <a:endParaRPr lang="en-US" sz="1800" dirty="0"/>
          </a:p>
          <a:p>
            <a:pPr lvl="1"/>
            <a:r>
              <a:rPr lang="en-US" dirty="0"/>
              <a:t>Clash detection</a:t>
            </a:r>
            <a:endParaRPr lang="en-US" sz="1800" dirty="0"/>
          </a:p>
          <a:p>
            <a:pPr lvl="1"/>
            <a:r>
              <a:rPr lang="en-US" dirty="0"/>
              <a:t>Invigilator duty assignment</a:t>
            </a:r>
            <a:endParaRPr lang="en-US" sz="1800" dirty="0"/>
          </a:p>
          <a:p>
            <a:pPr lvl="1"/>
            <a:r>
              <a:rPr lang="en-US" dirty="0"/>
              <a:t>Admit-card generation</a:t>
            </a:r>
            <a:endParaRPr lang="en-US" sz="1800" dirty="0"/>
          </a:p>
          <a:p>
            <a:pPr lvl="1"/>
            <a:r>
              <a:rPr lang="en-US" dirty="0"/>
              <a:t>Email notifications for students</a:t>
            </a:r>
            <a:endParaRPr lang="en-US" sz="1800" dirty="0"/>
          </a:p>
          <a:p>
            <a:pPr lvl="0"/>
            <a:r>
              <a:rPr lang="en-US" dirty="0"/>
              <a:t>Supports </a:t>
            </a:r>
            <a:r>
              <a:rPr lang="en-US" b="1" dirty="0"/>
              <a:t>Admin, Invigilator, and Student</a:t>
            </a:r>
            <a:r>
              <a:rPr lang="en-US" dirty="0"/>
              <a:t> roles</a:t>
            </a:r>
            <a:r>
              <a:rPr lang="en-US" dirty="0" smtClean="0"/>
              <a:t>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837" y="2743199"/>
            <a:ext cx="3837367" cy="325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4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25" y="553616"/>
            <a:ext cx="4508676" cy="72139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Table 1.1: Survey Analysis</a:t>
            </a:r>
          </a:p>
        </p:txBody>
      </p:sp>
      <p:pic>
        <p:nvPicPr>
          <p:cNvPr id="5" name="tabl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1208622"/>
            <a:ext cx="9303325" cy="493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4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445578" cy="1168640"/>
          </a:xfrm>
        </p:spPr>
        <p:txBody>
          <a:bodyPr/>
          <a:lstStyle/>
          <a:p>
            <a:pPr algn="l"/>
            <a:r>
              <a:rPr lang="en-US" b="1" dirty="0"/>
              <a:t>Modules and Sub-Modules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82690"/>
            <a:ext cx="9601196" cy="331893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User &amp; Role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Admin – Creates exam schedules, seating plans, and manages invigilators</a:t>
            </a:r>
            <a:br>
              <a:rPr lang="en-US" dirty="0"/>
            </a:br>
            <a:r>
              <a:rPr lang="en-US" dirty="0"/>
              <a:t>• Invigilator – Views assigned halls and marks attendance</a:t>
            </a:r>
            <a:br>
              <a:rPr lang="en-US" dirty="0"/>
            </a:br>
            <a:r>
              <a:rPr lang="en-US" dirty="0"/>
              <a:t>• Student – Views seat number and exam slip</a:t>
            </a:r>
          </a:p>
          <a:p>
            <a:r>
              <a:rPr lang="en-US" b="1" dirty="0" smtClean="0"/>
              <a:t>Course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Course Details – Course code, title, semester, teacher</a:t>
            </a:r>
            <a:br>
              <a:rPr lang="en-US" dirty="0"/>
            </a:br>
            <a:r>
              <a:rPr lang="en-US" dirty="0"/>
              <a:t>• Teacher Mapping – Links each course to a department teacher</a:t>
            </a:r>
          </a:p>
          <a:p>
            <a:r>
              <a:rPr lang="en-US" b="1" dirty="0"/>
              <a:t>Student Information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Student Profile – Roll number, name, semester, </a:t>
            </a:r>
            <a:r>
              <a:rPr lang="en-US" dirty="0" smtClean="0"/>
              <a:t>section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Special Flags – e.g., Improvement, Supply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269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9784" y="2444042"/>
            <a:ext cx="9601196" cy="3590998"/>
          </a:xfrm>
        </p:spPr>
        <p:txBody>
          <a:bodyPr>
            <a:normAutofit/>
          </a:bodyPr>
          <a:lstStyle/>
          <a:p>
            <a:r>
              <a:rPr lang="en-US" b="1" dirty="0" smtClean="0"/>
              <a:t>Date </a:t>
            </a:r>
            <a:r>
              <a:rPr lang="en-US" b="1" dirty="0"/>
              <a:t>Sheet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smtClean="0"/>
              <a:t>Create/Edit Sheets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Clash Detection</a:t>
            </a:r>
            <a:br>
              <a:rPr lang="en-US" dirty="0"/>
            </a:br>
            <a:r>
              <a:rPr lang="en-US" dirty="0"/>
              <a:t>• Department </a:t>
            </a:r>
            <a:r>
              <a:rPr lang="en-US" dirty="0" smtClean="0"/>
              <a:t>Scheduling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Export/Notify</a:t>
            </a:r>
            <a:br>
              <a:rPr lang="en-US" dirty="0"/>
            </a:br>
            <a:r>
              <a:rPr lang="en-US" dirty="0"/>
              <a:t>• Seating Integration</a:t>
            </a:r>
          </a:p>
          <a:p>
            <a:r>
              <a:rPr lang="en-US" b="1" dirty="0" smtClean="0"/>
              <a:t>Exam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• Exam Scheduling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smtClean="0"/>
              <a:t>Clash Report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445578" cy="1168640"/>
          </a:xfrm>
        </p:spPr>
        <p:txBody>
          <a:bodyPr/>
          <a:lstStyle/>
          <a:p>
            <a:pPr algn="l"/>
            <a:r>
              <a:rPr lang="en-US" b="1" dirty="0"/>
              <a:t>Modules and Sub-Modules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7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 Hall &amp; Seating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• Hall Capacity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smtClean="0"/>
              <a:t>Hall Setup</a:t>
            </a:r>
          </a:p>
          <a:p>
            <a:r>
              <a:rPr lang="en-US" b="1" dirty="0" smtClean="0"/>
              <a:t>Seating Plan Generation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Auto-Allocation</a:t>
            </a:r>
            <a:br>
              <a:rPr lang="en-US" dirty="0" smtClean="0"/>
            </a:br>
            <a:r>
              <a:rPr lang="en-US" dirty="0" smtClean="0"/>
              <a:t>• No Same-Subject Adjacent</a:t>
            </a:r>
            <a:br>
              <a:rPr lang="en-US" dirty="0" smtClean="0"/>
            </a:br>
            <a:r>
              <a:rPr lang="en-US" dirty="0" smtClean="0"/>
              <a:t>• Seating Reports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445578" cy="1168640"/>
          </a:xfrm>
        </p:spPr>
        <p:txBody>
          <a:bodyPr/>
          <a:lstStyle/>
          <a:p>
            <a:pPr algn="l"/>
            <a:r>
              <a:rPr lang="en-US" b="1" dirty="0"/>
              <a:t>Modules and Sub-Modules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12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Invigilator </a:t>
            </a:r>
            <a:r>
              <a:rPr lang="en-US" b="1" dirty="0" smtClean="0"/>
              <a:t>Duties </a:t>
            </a:r>
            <a:r>
              <a:rPr lang="en-US" b="1" dirty="0"/>
              <a:t>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• Duties Assignment</a:t>
            </a:r>
            <a:br>
              <a:rPr lang="en-US" dirty="0" smtClean="0"/>
            </a:br>
            <a:r>
              <a:rPr lang="en-US" dirty="0" smtClean="0"/>
              <a:t>• Conflict Avoidance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• Duties Reports</a:t>
            </a:r>
            <a:endParaRPr lang="en-US" dirty="0" smtClean="0"/>
          </a:p>
          <a:p>
            <a:r>
              <a:rPr lang="en-US" b="1" dirty="0" smtClean="0"/>
              <a:t>Exam Slip / Admit Card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Slip Generation</a:t>
            </a:r>
            <a:br>
              <a:rPr lang="en-US" dirty="0" smtClean="0"/>
            </a:br>
            <a:r>
              <a:rPr lang="en-US" dirty="0" smtClean="0"/>
              <a:t>• Barcode</a:t>
            </a:r>
            <a:br>
              <a:rPr lang="en-US" dirty="0" smtClean="0"/>
            </a:br>
            <a:r>
              <a:rPr lang="en-US" dirty="0" smtClean="0"/>
              <a:t>• Attendance Sheets</a:t>
            </a:r>
            <a:br>
              <a:rPr lang="en-US" dirty="0" smtClean="0"/>
            </a:br>
            <a:r>
              <a:rPr lang="en-US" dirty="0" smtClean="0"/>
              <a:t>• Email Alerts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445578" cy="1168640"/>
          </a:xfrm>
        </p:spPr>
        <p:txBody>
          <a:bodyPr/>
          <a:lstStyle/>
          <a:p>
            <a:pPr algn="l"/>
            <a:r>
              <a:rPr lang="en-US" b="1" dirty="0"/>
              <a:t>Modules and Sub-Modules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37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System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3-Tier Architecture</a:t>
            </a:r>
            <a:endParaRPr lang="en-US" sz="2000" dirty="0" smtClean="0"/>
          </a:p>
          <a:p>
            <a:pPr lvl="1"/>
            <a:r>
              <a:rPr lang="en-US" b="1" dirty="0" smtClean="0"/>
              <a:t>Frontend</a:t>
            </a:r>
            <a:r>
              <a:rPr lang="en-US" b="1" dirty="0"/>
              <a:t>:</a:t>
            </a:r>
            <a:r>
              <a:rPr lang="en-US" dirty="0"/>
              <a:t> React JS + CSS</a:t>
            </a:r>
            <a:endParaRPr lang="en-US" sz="1800" dirty="0"/>
          </a:p>
          <a:p>
            <a:pPr lvl="1"/>
            <a:r>
              <a:rPr lang="en-US" b="1" dirty="0"/>
              <a:t>Backend:</a:t>
            </a:r>
            <a:r>
              <a:rPr lang="en-US" dirty="0"/>
              <a:t> Node JS + Express</a:t>
            </a:r>
            <a:endParaRPr lang="en-US" sz="1800" dirty="0"/>
          </a:p>
          <a:p>
            <a:pPr lvl="1"/>
            <a:r>
              <a:rPr lang="en-US" b="1" dirty="0"/>
              <a:t>Database:</a:t>
            </a:r>
            <a:r>
              <a:rPr lang="en-US" dirty="0"/>
              <a:t> </a:t>
            </a:r>
            <a:r>
              <a:rPr lang="en-US" dirty="0" smtClean="0"/>
              <a:t>MySQL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976" y="2665927"/>
            <a:ext cx="5266923" cy="320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67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 Primary 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Admin / Exam Controller</a:t>
            </a:r>
            <a:r>
              <a:rPr lang="en-US" dirty="0"/>
              <a:t> – Creates schedules, seating plans.</a:t>
            </a:r>
          </a:p>
          <a:p>
            <a:pPr lvl="0"/>
            <a:r>
              <a:rPr lang="en-US" b="1" dirty="0" smtClean="0"/>
              <a:t>Student</a:t>
            </a:r>
            <a:r>
              <a:rPr lang="en-US" dirty="0" smtClean="0"/>
              <a:t> </a:t>
            </a:r>
            <a:r>
              <a:rPr lang="en-US" dirty="0"/>
              <a:t>– Views seat number and downloads exam slip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445" y="3638465"/>
            <a:ext cx="5859351" cy="22374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98571" y="4219303"/>
            <a:ext cx="1867989" cy="1436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24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Tools and Technologies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773808"/>
              </p:ext>
            </p:extLst>
          </p:nvPr>
        </p:nvGraphicFramePr>
        <p:xfrm>
          <a:off x="1295400" y="3464751"/>
          <a:ext cx="9601200" cy="15032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Category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Tools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Frontend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React JS, </a:t>
                      </a:r>
                      <a:r>
                        <a:rPr lang="en-US" sz="1200" dirty="0" smtClean="0">
                          <a:effectLst/>
                        </a:rPr>
                        <a:t>CSS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Backend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Node JS, Express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Database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MySQL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VS Code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Version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GitHub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Deployment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Shared Hosting / </a:t>
                      </a:r>
                      <a:r>
                        <a:rPr lang="en-US" sz="1200" dirty="0" err="1">
                          <a:effectLst/>
                        </a:rPr>
                        <a:t>Localhost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203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Process Model and Design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Model Used:</a:t>
            </a:r>
            <a:r>
              <a:rPr lang="en-US" dirty="0"/>
              <a:t> RUP (Rational Unified Process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300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888643"/>
            <a:ext cx="9601196" cy="3825026"/>
          </a:xfrm>
        </p:spPr>
        <p:txBody>
          <a:bodyPr>
            <a:normAutofit/>
          </a:bodyPr>
          <a:lstStyle/>
          <a:p>
            <a:r>
              <a:rPr lang="en-US" sz="6700" b="1" dirty="0" smtClean="0"/>
              <a:t>Any Question </a:t>
            </a:r>
            <a:r>
              <a:rPr lang="en-US" sz="6700" b="1" dirty="0"/>
              <a:t/>
            </a:r>
            <a:br>
              <a:rPr lang="en-US" sz="6700" b="1" dirty="0"/>
            </a:br>
            <a:r>
              <a:rPr lang="en-US" sz="6700" b="1" dirty="0" smtClean="0"/>
              <a:t>Thank </a:t>
            </a:r>
            <a:r>
              <a:rPr lang="en-US" sz="6700" b="1" dirty="0"/>
              <a:t>You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139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1055</TotalTime>
  <Words>253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Garamond</vt:lpstr>
      <vt:lpstr>Times New Roman</vt:lpstr>
      <vt:lpstr>Organic</vt:lpstr>
      <vt:lpstr>FYP Proposal Presentation</vt:lpstr>
      <vt:lpstr>Introduction</vt:lpstr>
      <vt:lpstr>Problem Statement</vt:lpstr>
      <vt:lpstr>Proposed System</vt:lpstr>
      <vt:lpstr>Table 1.1: Survey Analysis</vt:lpstr>
      <vt:lpstr>Modules and Sub-Modules</vt:lpstr>
      <vt:lpstr>Modules and Sub-Modules</vt:lpstr>
      <vt:lpstr>Modules and Sub-Modules</vt:lpstr>
      <vt:lpstr>Modules and Sub-Modules</vt:lpstr>
      <vt:lpstr>System Architecture</vt:lpstr>
      <vt:lpstr> Primary Actors</vt:lpstr>
      <vt:lpstr>Tools and Technologies</vt:lpstr>
      <vt:lpstr>Process Model and Design Approach</vt:lpstr>
      <vt:lpstr>Any Question  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Proposal Presentation</dc:title>
  <dc:creator>PC</dc:creator>
  <cp:lastModifiedBy>Administrator</cp:lastModifiedBy>
  <cp:revision>21</cp:revision>
  <dcterms:created xsi:type="dcterms:W3CDTF">2025-10-21T17:45:43Z</dcterms:created>
  <dcterms:modified xsi:type="dcterms:W3CDTF">2025-11-13T20:45:04Z</dcterms:modified>
</cp:coreProperties>
</file>